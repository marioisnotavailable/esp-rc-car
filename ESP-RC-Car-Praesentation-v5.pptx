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96C7">
              <a:alpha val="25000"/>
            </a:srgbClr>
          </a:solidFill>
          <a:ln w="12700">
            <a:solidFill>
              <a:srgbClr val="0096C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28600"/>
            <a:ext cx="3474720" cy="2377440"/>
          </a:xfrm>
          <a:prstGeom prst="rect">
            <a:avLst/>
          </a:prstGeom>
          <a:solidFill>
            <a:srgbClr val="0B1E30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303520" y="2286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249"/>
                </a:solidFill>
              </a:rPr>
              <a:t>[ FOTO AUTO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B4D8"/>
                </a:solidFill>
              </a:rPr>
              <a:t>Schulprojekt · 4BHELS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92AD"/>
                </a:solidFill>
              </a:rPr>
              <a:t>Selbst entwickeltes Drift-Car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347472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ESP Firmware &amp; Mechanik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je ~7 Minuten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E92AD"/>
                </a:solidFill>
              </a:rPr>
              <a:t>TEIL 1 — ÜBERBLICK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Was haben wir gebaut?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Drei Komponenten — ein System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2468880" cy="3246120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45720" cy="3246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</a:rPr>
              <a:t>Flutter App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9933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2AD"/>
                </a:solidFill>
              </a:rPr>
              <a:t>Android · 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92AD"/>
                </a:solidFill>
              </a:rPr>
              <a:t>Windows · Web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523744"/>
            <a:ext cx="19202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633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Touch-Joystick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UDP Discovery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401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WebSocket Client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785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GitHub Self-Update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331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A225"/>
                </a:solidFill>
              </a:rPr>
              <a:t>WebSocket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4A225"/>
                </a:solidFill>
              </a:rPr>
              <a:t>ws://[IP]:80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884932"/>
            <a:ext cx="3182112" cy="274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2834640"/>
            <a:ext cx="109728" cy="12801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990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92AD"/>
                </a:solidFill>
              </a:rPr>
              <a:t>UDP :49352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27648" y="1481328"/>
            <a:ext cx="2468880" cy="3246120"/>
          </a:xfrm>
          <a:prstGeom prst="rect">
            <a:avLst/>
          </a:prstGeom>
          <a:solidFill>
            <a:srgbClr val="0B182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7648" y="1481328"/>
            <a:ext cx="45720" cy="3246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</a:rPr>
              <a:t>ESP32-S3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10528" y="19933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2AD"/>
                </a:solidFill>
              </a:rPr>
              <a:t>FreeRTOS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92AD"/>
                </a:solidFill>
              </a:rPr>
              <a:t>ESP-IDF 6.0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0528" y="2523744"/>
            <a:ext cx="19202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2633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WebSocket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0528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BLDC Motor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0528" y="3401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WiFi + Discovery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0528" y="3785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GitHub FOTA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4663440"/>
            <a:ext cx="1965960" cy="347472"/>
          </a:xfrm>
          <a:prstGeom prst="rect">
            <a:avLst/>
          </a:prstGeom>
          <a:solidFill>
            <a:srgbClr val="0B1825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4663440"/>
            <a:ext cx="4572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663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</a:rPr>
              <a:t>DRV8323S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</a:rPr>
              <a:t>Gate Driver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42032" y="4663440"/>
            <a:ext cx="1965960" cy="347472"/>
          </a:xfrm>
          <a:prstGeom prst="rect">
            <a:avLst/>
          </a:prstGeom>
          <a:solidFill>
            <a:srgbClr val="0B1825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42032" y="4663440"/>
            <a:ext cx="45720" cy="34747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4663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25"/>
                </a:solidFill>
              </a:rPr>
              <a:t>Mini1410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A225"/>
                </a:solidFill>
              </a:rPr>
              <a:t>BLDC Motor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36592" y="4663440"/>
            <a:ext cx="1965960" cy="347472"/>
          </a:xfrm>
          <a:prstGeom prst="rect">
            <a:avLst/>
          </a:prstGeom>
          <a:solidFill>
            <a:srgbClr val="0B18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4663440"/>
            <a:ext cx="4572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4663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2S LiPo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Batterie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31152" y="4663440"/>
            <a:ext cx="1965960" cy="347472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31152" y="4663440"/>
            <a:ext cx="4572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4663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</a:rPr>
              <a:t>S0009M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</a:rPr>
              <a:t>Servo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Hardware-Komponenten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Die wichtigsten Bauteile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4224528" cy="1664208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45720" cy="16642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57276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96C7"/>
                </a:solidFill>
              </a:rPr>
              <a:t>ESP32-S3-WROOM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12064" y="19751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Dual-Core LX7 · 240 MHz · 16 MB Flash · OPI-PSRAM · Wi-Fi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" y="2249424"/>
            <a:ext cx="37033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3591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Hauptmikrocontroller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26151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FreeRTOS + ESP-IDF 6.0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28712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USB-Serial &amp; OTA Upload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481328"/>
            <a:ext cx="4224528" cy="1664208"/>
          </a:xfrm>
          <a:prstGeom prst="rect">
            <a:avLst/>
          </a:prstGeom>
          <a:solidFill>
            <a:srgbClr val="0B182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481328"/>
            <a:ext cx="45720" cy="1664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57276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</a:rPr>
              <a:t>DRV8323SRTAR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965192" y="19751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Texas Instruments · VQFN-40 · Gate Driver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5192" y="2249424"/>
            <a:ext cx="37033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3591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3-Phasen Halbbrücke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65192" y="26151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SPI-Konfiguration (5 Register)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65192" y="28712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OCP + nFAULT Schutz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264408"/>
            <a:ext cx="4224528" cy="1664208"/>
          </a:xfrm>
          <a:prstGeom prst="rect">
            <a:avLst/>
          </a:prstGeom>
          <a:solidFill>
            <a:srgbClr val="0B1825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264408"/>
            <a:ext cx="45720" cy="166420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35584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25"/>
                </a:solidFill>
              </a:rPr>
              <a:t>Mini1410 · 2500 kV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12064" y="37581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Brushless Gleichstrommotor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" y="4032504"/>
            <a:ext cx="37033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1422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6-Step Trapez-Kommutierung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2064" y="43982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20 kHz PWM · Sensorlos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2064" y="46542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Open-Loop Soft-Start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264408"/>
            <a:ext cx="4224528" cy="1664208"/>
          </a:xfrm>
          <a:prstGeom prst="rect">
            <a:avLst/>
          </a:prstGeom>
          <a:solidFill>
            <a:srgbClr val="0B18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264408"/>
            <a:ext cx="45720" cy="16642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35584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3946"/>
                </a:solidFill>
              </a:rPr>
              <a:t>2S LiPo · 7.4 V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965192" y="37581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Hauptenergiespeicher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65192" y="4032504"/>
            <a:ext cx="37033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41422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ADC Spannungsüberwachung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65192" y="43982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BMS + Balancing + Schutz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65192" y="46542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USB-C PD Ladeeingang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PCB — Stromversorgung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Altium Designer · Custom 2-Lagen Board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1645920" cy="530352"/>
          </a:xfrm>
          <a:prstGeom prst="rect">
            <a:avLst/>
          </a:prstGeom>
          <a:solidFill>
            <a:srgbClr val="0B1825"/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44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USB-C PD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12 V Eingang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76272" y="1444752"/>
            <a:ext cx="1645920" cy="530352"/>
          </a:xfrm>
          <a:prstGeom prst="rect">
            <a:avLst/>
          </a:prstGeom>
          <a:solidFill>
            <a:srgbClr val="0B1825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14447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2S LiPo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7.4 V Batterie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20724" y="1975104"/>
            <a:ext cx="27432" cy="-128016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1847088"/>
            <a:ext cx="128016" cy="128016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1288" y="1975104"/>
            <a:ext cx="36576" cy="365760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40864"/>
            <a:ext cx="1645920" cy="530352"/>
          </a:xfrm>
          <a:prstGeom prst="rect">
            <a:avLst/>
          </a:prstGeom>
          <a:solidFill>
            <a:srgbClr val="0B1825"/>
          </a:solidFill>
          <a:ln w="19050">
            <a:solidFill>
              <a:srgbClr val="F4A2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408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Lade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12 V → CC/CV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0" y="2656332"/>
            <a:ext cx="54864" cy="274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2606040"/>
            <a:ext cx="109728" cy="12801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0088" y="1975104"/>
            <a:ext cx="36576" cy="365760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76272" y="2340864"/>
            <a:ext cx="1645920" cy="530352"/>
          </a:xfrm>
          <a:prstGeom prst="rect">
            <a:avLst/>
          </a:prstGeom>
          <a:solidFill>
            <a:srgbClr val="0B1825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23408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BMS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Balancing + Schutz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61288" y="2871216"/>
            <a:ext cx="36576" cy="402336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90088" y="2871216"/>
            <a:ext cx="36576" cy="402336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1288" y="3264408"/>
            <a:ext cx="1865376" cy="36576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71016" y="3273552"/>
            <a:ext cx="1645920" cy="530352"/>
          </a:xfrm>
          <a:prstGeom prst="rect">
            <a:avLst/>
          </a:prstGeom>
          <a:solidFill>
            <a:srgbClr val="0B1825"/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1016" y="32735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MUX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Quellenauswahl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75688" y="3803904"/>
            <a:ext cx="36576" cy="347472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1016" y="4151376"/>
            <a:ext cx="1645920" cy="530352"/>
          </a:xfrm>
          <a:prstGeom prst="rect">
            <a:avLst/>
          </a:prstGeom>
          <a:solidFill>
            <a:srgbClr val="0B1825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71016" y="41513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Buck Converter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→ 3.3 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16936" y="4466844"/>
            <a:ext cx="484632" cy="274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4416552"/>
            <a:ext cx="109728" cy="12801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11296" y="4151376"/>
            <a:ext cx="1645920" cy="530352"/>
          </a:xfrm>
          <a:prstGeom prst="rect">
            <a:avLst/>
          </a:prstGeom>
          <a:solidFill>
            <a:srgbClr val="0B182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41513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ESP32-S3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3.3 V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85616" y="1709928"/>
            <a:ext cx="1115568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1709928"/>
            <a:ext cx="36576" cy="114300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2852928"/>
            <a:ext cx="1645920" cy="530352"/>
          </a:xfrm>
          <a:prstGeom prst="rect">
            <a:avLst/>
          </a:prstGeom>
          <a:solidFill>
            <a:srgbClr val="0B182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285292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 + FETs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Motorpfad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30752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Batteriespannung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direkt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785616" y="3127248"/>
            <a:ext cx="36576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23560" y="1444752"/>
            <a:ext cx="3172968" cy="3474720"/>
          </a:xfrm>
          <a:prstGeom prst="rect">
            <a:avLst/>
          </a:prstGeom>
          <a:solidFill>
            <a:srgbClr val="0B1825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23560" y="1444752"/>
            <a:ext cx="45720" cy="3474720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1527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ICs auf dem Board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715000" y="2011680"/>
            <a:ext cx="292608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24728" y="20391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ESP32-S3-WROOM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20391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Modul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24728" y="224942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2AD"/>
                </a:solidFill>
              </a:rPr>
              <a:t>MCU + WiFi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15000" y="2487168"/>
            <a:ext cx="292608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24728" y="25146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DRV8323SRTAR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23760" y="2514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VQFN-40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24728" y="272491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2AD"/>
                </a:solidFill>
              </a:rPr>
              <a:t>Gate Driver · SPI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15000" y="2962656"/>
            <a:ext cx="292608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24728" y="29900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Buck Converter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29900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SOT-23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824728" y="320040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2AD"/>
                </a:solidFill>
              </a:rPr>
              <a:t>Vin → 3.3 V (ESP32)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715000" y="3438144"/>
            <a:ext cx="292608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24728" y="34655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BMS IC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23760" y="34655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SSOP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24728" y="367588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2AD"/>
                </a:solidFill>
              </a:rPr>
              <a:t>2S Balancing + Schutz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715000" y="3913632"/>
            <a:ext cx="292608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24728" y="39410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Lade IC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23760" y="39410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DFN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824728" y="415137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2AD"/>
                </a:solidFill>
              </a:rPr>
              <a:t>USB-C 12 V → LiPo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715000" y="4389120"/>
            <a:ext cx="292608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24728" y="44165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2AD"/>
                </a:solidFill>
              </a:rPr>
              <a:t>N-FETs  ×6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223760" y="44165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DPAK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24728" y="462686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2AD"/>
                </a:solidFill>
              </a:rPr>
              <a:t>3Ph Halbbrücken-Schalter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Flutter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Cross-Platform Controller — Android · iOS · Windows · Web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141732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01952" y="1481328"/>
            <a:ext cx="141732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56432" y="1481328"/>
            <a:ext cx="141732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10912" y="1481328"/>
            <a:ext cx="141732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920240"/>
            <a:ext cx="3977640" cy="2926080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1920240"/>
            <a:ext cx="45720" cy="2926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116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Steuerung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" y="2404872"/>
            <a:ext cx="342900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Touch-Joystick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28163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Linker Stick = Gas,  rechter = Lenkung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2552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Physisches Gamepad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52958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Android (Kotlin), iOS (Swift), Windows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968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92AD"/>
                </a:solidFill>
              </a:rPr>
              <a:t>Gamepad-Mapping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4242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R2/RT = Gas · L2/LT = Rückwärts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1920240"/>
            <a:ext cx="4315968" cy="2926080"/>
          </a:xfrm>
          <a:prstGeom prst="rect">
            <a:avLst/>
          </a:prstGeom>
          <a:solidFill>
            <a:srgbClr val="0B1825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1920240"/>
            <a:ext cx="45720" cy="29260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01168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DE5"/>
                </a:solidFill>
              </a:rPr>
              <a:t>Features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2404872"/>
            <a:ext cx="37490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54203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DE5"/>
                </a:solidFill>
              </a:rPr>
              <a:t>Dark Theme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2816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Fokus auf Fahren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18211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Auto-Discovery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0" y="345643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UDP Broadcast + TCP Scan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82219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Resilient Connect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40965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Automatischer Reconnect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446227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25"/>
                </a:solidFill>
              </a:rPr>
              <a:t>GitHub Self-Update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473659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In-App APK Install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0560" y="4754880"/>
            <a:ext cx="4315968" cy="256032"/>
          </a:xfrm>
          <a:prstGeom prst="rect">
            <a:avLst/>
          </a:prstGeom>
          <a:solidFill>
            <a:srgbClr val="0B1825"/>
          </a:solidFill>
          <a:ln w="12700">
            <a:solidFill>
              <a:srgbClr val="9B5DE5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480560" y="475488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249"/>
                </a:solidFill>
              </a:rPr>
              <a:t>[ SCREENSHOT DER APP HIER EINFÜGEN ]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Kommunikationsprotokoll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Wie App und ESP32 miteinander reden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8449056" cy="1417320"/>
          </a:xfrm>
          <a:prstGeom prst="rect">
            <a:avLst/>
          </a:prstGeom>
          <a:solidFill>
            <a:srgbClr val="0B182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45720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1  —  Auto-Discovery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98424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UDP Broadcast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2494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App sendet Broadcast → ESP32 antwortet mit 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64992" y="198424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TCP Subnet-Scan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64992" y="22494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Fallback: scannt ganzes Subnetz auf WS-Port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99632" y="198424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2AD"/>
                </a:solidFill>
              </a:rPr>
              <a:t>AP-Mode Fallback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9632" y="22494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ws://192.168.4.1:80  wenn beides fehlschlägt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063240"/>
            <a:ext cx="8449056" cy="1828800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063240"/>
            <a:ext cx="45720" cy="1828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546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2  —  WebSocket  ws://[IP]:80/ws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749040" cy="1143000"/>
          </a:xfrm>
          <a:prstGeom prst="rect">
            <a:avLst/>
          </a:prstGeom>
          <a:solidFill>
            <a:srgbClr val="0A1828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"throttle": -1000…+1000,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-1000…+1000 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611880"/>
            <a:ext cx="3657600" cy="1143000"/>
          </a:xfrm>
          <a:prstGeom prst="rect">
            <a:avLst/>
          </a:prstGeom>
          <a:solidFill>
            <a:srgbClr val="0A182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(jede Sekunde)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"batt": 0…100 }  // Prozent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462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Failsafe: 500 ms ohne Paket → Nullbefehl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096C7">
              <a:alpha val="30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82296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0" kern="0" dirty="0">
                <a:solidFill>
                  <a:srgbClr val="00B4D8"/>
                </a:solidFill>
              </a:rPr>
              <a:t>TEIL 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103120" y="1298448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103120" y="31272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92AD"/>
                </a:solidFill>
              </a:rPr>
              <a:t>FreeRTOS · 6-Step BLDC · WiFi/WebSocket · 3D-Druck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3566160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3749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FreeRTOS — 4 Tasks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Jede Aufgabe in einem eigenen Task · ESP-IDF 6.0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2608" y="1481328"/>
            <a:ext cx="2048256" cy="3337560"/>
          </a:xfrm>
          <a:prstGeom prst="rect">
            <a:avLst/>
          </a:prstGeom>
          <a:solidFill>
            <a:srgbClr val="0B18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481328"/>
            <a:ext cx="45720" cy="3337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636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9385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2AD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194560"/>
            <a:ext cx="1700784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86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6-Step BLDC Kommutierung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8163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DRV8323S Fault-Handling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3467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Safe-Mode → vTaskSuspend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59736" y="1481328"/>
            <a:ext cx="2048256" cy="3337560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9736" y="1481328"/>
            <a:ext cx="45720" cy="33375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5636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19385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2AD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194560"/>
            <a:ext cx="1700784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286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WiFi esp_wifi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28163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WebSocket Server Port 80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33467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UDP Discovery Sub-Task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1481328"/>
            <a:ext cx="2048256" cy="3337560"/>
          </a:xfrm>
          <a:prstGeom prst="rect">
            <a:avLst/>
          </a:prstGeom>
          <a:solidFill>
            <a:srgbClr val="0B1825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481328"/>
            <a:ext cx="45720" cy="33375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5636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73168" y="19385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2AD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2194560"/>
            <a:ext cx="1700784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286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ADC Batterie-Monitor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28163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NVS Einstellungen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33467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Crash-Recovery Check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93992" y="1481328"/>
            <a:ext cx="2048256" cy="3337560"/>
          </a:xfrm>
          <a:prstGeom prst="rect">
            <a:avLst/>
          </a:prstGeom>
          <a:solidFill>
            <a:srgbClr val="0B1825"/>
          </a:solidFill>
          <a:ln w="12700">
            <a:solidFill>
              <a:srgbClr val="6E92A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93992" y="1481328"/>
            <a:ext cx="45720" cy="3337560"/>
          </a:xfrm>
          <a:prstGeom prst="rect">
            <a:avLst/>
          </a:prstGeom>
          <a:solidFill>
            <a:srgbClr val="6E92AD"/>
          </a:solidFill>
          <a:ln w="12700">
            <a:solidFill>
              <a:srgbClr val="6E92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0296" y="15636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0296" y="19385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2AD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0296" y="2194560"/>
            <a:ext cx="1700784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0296" y="2286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2AD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GitHub FOTA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40296" y="28163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2AD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Serial Console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40296" y="33467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2AD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OTA Rollback Guard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" y="4681728"/>
            <a:ext cx="8558784" cy="338328"/>
          </a:xfrm>
          <a:prstGeom prst="rect">
            <a:avLst/>
          </a:prstGeom>
          <a:solidFill>
            <a:srgbClr val="0B1825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92608" y="4681728"/>
            <a:ext cx="45720" cy="338328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4718304"/>
            <a:ext cx="8266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9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 →  cmd_queue  →  motor_task          system_task  →  batt_queue  →  comms_task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MOTOR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6-Step Trapez-Kommutierung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Mini1410 · 2500 kV BLDC · 20 kHz PWM · Soft-Start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5120640" cy="3429000"/>
          </a:xfrm>
          <a:prstGeom prst="rect">
            <a:avLst/>
          </a:prstGeom>
          <a:solidFill>
            <a:srgbClr val="0B1825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45720" cy="342900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Kommutierungsschritte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975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9264" y="1975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92AD"/>
                </a:solidFill>
              </a:rPr>
              <a:t>INH_A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17904" y="1975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92AD"/>
                </a:solidFill>
              </a:rPr>
              <a:t>INL_A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66544" y="1975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92AD"/>
                </a:solidFill>
              </a:rPr>
              <a:t>INH_B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15184" y="1975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92AD"/>
                </a:solidFill>
              </a:rPr>
              <a:t>INL_B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63824" y="1975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92AD"/>
                </a:solidFill>
              </a:rPr>
              <a:t>INH_C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712464" y="1975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92AD"/>
                </a:solidFill>
              </a:rPr>
              <a:t>INL_C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61104" y="19751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92AD"/>
                </a:solidFill>
              </a:rPr>
              <a:t>Phase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228600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228600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17904" y="228600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66544" y="228600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15184" y="228600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63824" y="228600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12464" y="228600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61104" y="2286000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B−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" y="2596896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9264" y="25968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17904" y="25968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66544" y="25968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15184" y="25968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63824" y="25968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12464" y="2596896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61104" y="2596896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C−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" y="2907792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9264" y="290779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17904" y="290779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66544" y="290779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15184" y="290779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63824" y="290779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12464" y="2907792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61104" y="2907792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C−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" y="3218688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9264" y="32186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17904" y="32186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66544" y="32186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15184" y="32186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63824" y="32186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712464" y="3218688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61104" y="3218688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A−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38912" y="3529584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9264" y="352958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17904" y="352958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66544" y="352958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615184" y="352958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163824" y="352958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712464" y="3529584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61104" y="3529584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A−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38912" y="3840480"/>
            <a:ext cx="530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69264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517904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066544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615184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163824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712464" y="3840480"/>
            <a:ext cx="548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61104" y="3840480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B−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650992" y="1481328"/>
            <a:ext cx="3145536" cy="1627632"/>
          </a:xfrm>
          <a:prstGeom prst="rect">
            <a:avLst/>
          </a:prstGeom>
          <a:solidFill>
            <a:srgbClr val="0B1825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650992" y="1481328"/>
            <a:ext cx="45720" cy="16276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15584" y="156362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Soft-Start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815584" y="192024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Duty-Rampe: +5 pro Schritt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815584" y="226771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Periodenzeit: 50 ms → 5 ms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815584" y="261518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Richtungswechsel → Reset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650992" y="3246120"/>
            <a:ext cx="3145536" cy="1664208"/>
          </a:xfrm>
          <a:prstGeom prst="rect">
            <a:avLst/>
          </a:prstGeom>
          <a:solidFill>
            <a:srgbClr val="0B18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650992" y="3246120"/>
            <a:ext cx="45720" cy="16642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15584" y="332841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Fault Handling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815584" y="3694176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nFAULT → all_phases_off()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815584" y="400507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500 ms Cooldown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5815584" y="4315968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Alle 5 Register neu schreiben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815584" y="462686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SAFE_MODE → Task suspendiert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92AD"/>
                </a:solidFill>
              </a:rPr>
              <a:t>LEDC Timer · 10-bit (0…1023) · 6 Kanäle · Alle Pins über ESP-IDF LEDC-API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Netzwerk &amp; OTA-Updates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WiFi · WebSocket · GitHub FOTA · OTA Upload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3977640" cy="3429000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45720" cy="3429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Netzwerk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1956816"/>
            <a:ext cx="342900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482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</a:rPr>
              <a:t>WiFi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2951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SSID/Passwort in NVS · Auto-Reconnect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61518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WebSocket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8620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esp_http_server Port 80 · Route /ws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1821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25"/>
                </a:solidFill>
              </a:rPr>
              <a:t>UDP Discovery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4290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Port 49352 · eigener Sub-Task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7490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Failsafe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9959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500 ms Timeout → Motor-Stopp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431596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2AD"/>
                </a:solidFill>
              </a:rPr>
              <a:t>AP-Mode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45628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192.168.4.1 wenn kein WiFi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481328"/>
            <a:ext cx="4315968" cy="1609344"/>
          </a:xfrm>
          <a:prstGeom prst="rect">
            <a:avLst/>
          </a:prstGeom>
          <a:solidFill>
            <a:srgbClr val="0B1825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1481328"/>
            <a:ext cx="45720" cy="160934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572768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GitHub FOTA  (automatisch)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1938528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bg_task prüft GitHub Releases alle 5 min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228600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esp_https_ota → neuen Partition-Slot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633472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Neustart · Rollback bei Fehler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3227832"/>
            <a:ext cx="4315968" cy="1682496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227832"/>
            <a:ext cx="45720" cy="168249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319272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PlatformIO OTA Upload  (manuell)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3685032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Upload-Ziel: esp-rc-car.local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4032504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4379976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E6F4"/>
                </a:solidFill>
              </a:rPr>
              <a:t>Umgebung: espidf_ota in platformio.ini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4700016"/>
            <a:ext cx="8449056" cy="320040"/>
          </a:xfrm>
          <a:prstGeom prst="rect">
            <a:avLst/>
          </a:prstGeom>
          <a:solidFill>
            <a:srgbClr val="0B1825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4700016"/>
            <a:ext cx="45720" cy="320040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365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92AD"/>
                </a:solidFill>
              </a:rPr>
              <a:t>NVS: SSID/Passwort · OTA-Intervall · Batterie-Warnschwellen · Servo-Gain · Failsafe-Zeit …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MECHANIK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Chassis &amp; Mechanik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92AD"/>
                </a:solidFill>
              </a:rPr>
              <a:t>3D-Druck · Blender · S0009M 9g Servo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3291840" cy="3429000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45720" cy="3429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3D-Druck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1956816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482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Hauptkörper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0482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5420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5420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0358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30358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5295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Material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5295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4023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Versionen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40233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  (8 Iterationen)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4700016"/>
            <a:ext cx="3291840" cy="320040"/>
          </a:xfrm>
          <a:prstGeom prst="rect">
            <a:avLst/>
          </a:prstGeom>
          <a:solidFill>
            <a:srgbClr val="0B1825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4700016"/>
            <a:ext cx="45720" cy="320040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365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92AD"/>
                </a:solidFill>
              </a:rPr>
              <a:t>Servo: S0009M 9g · 50 Hz LEDC · 1000–2000 µs · IIR-Lenkfilter · Gain einstellbar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94760" y="1481328"/>
            <a:ext cx="5001768" cy="2231136"/>
          </a:xfrm>
          <a:prstGeom prst="rect">
            <a:avLst/>
          </a:prstGeom>
          <a:solidFill>
            <a:srgbClr val="0A1828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794760" y="1481328"/>
            <a:ext cx="50017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249"/>
                </a:solidFill>
              </a:rPr>
              <a:t>[ FOTO / RENDER 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3249"/>
                </a:solidFill>
              </a:rPr>
              <a:t>Chassi V8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794760" y="3858768"/>
            <a:ext cx="5001768" cy="1161288"/>
          </a:xfrm>
          <a:prstGeom prst="rect">
            <a:avLst/>
          </a:prstGeom>
          <a:solidFill>
            <a:srgbClr val="0A1828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794760" y="3858768"/>
            <a:ext cx="500176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249"/>
                </a:solidFill>
              </a:rPr>
              <a:t>[ FOTO / RENDER ]  verbindung v1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</a:rPr>
              <a:t>Was haben wir gelernt?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75488" y="1828800"/>
            <a:ext cx="1901952" cy="1920240"/>
          </a:xfrm>
          <a:prstGeom prst="rect">
            <a:avLst/>
          </a:prstGeom>
          <a:solidFill>
            <a:srgbClr val="0B1825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828800"/>
            <a:ext cx="45720" cy="192024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9019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" y="2286000"/>
            <a:ext cx="153619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377440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ESP32-S3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DRV8323SRTAR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51176" y="1828800"/>
            <a:ext cx="1901952" cy="1920240"/>
          </a:xfrm>
          <a:prstGeom prst="rect">
            <a:avLst/>
          </a:prstGeom>
          <a:solidFill>
            <a:srgbClr val="0B1825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51176" y="1828800"/>
            <a:ext cx="45720" cy="19202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8336" y="19019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88336" y="2286000"/>
            <a:ext cx="153619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2377440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Android/iOS/Win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WebSocket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828800"/>
            <a:ext cx="1901952" cy="1920240"/>
          </a:xfrm>
          <a:prstGeom prst="rect">
            <a:avLst/>
          </a:prstGeom>
          <a:solidFill>
            <a:srgbClr val="0B182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828800"/>
            <a:ext cx="45720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9019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64024" y="2286000"/>
            <a:ext cx="153619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2377440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FreeRTOS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02552" y="1828800"/>
            <a:ext cx="1901952" cy="1920240"/>
          </a:xfrm>
          <a:prstGeom prst="rect">
            <a:avLst/>
          </a:prstGeom>
          <a:solidFill>
            <a:srgbClr val="0B1825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02552" y="1828800"/>
            <a:ext cx="45720" cy="19202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19019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39712" y="2286000"/>
            <a:ext cx="153619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377440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Chassi V8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Blender · PLA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E6F4"/>
                </a:solidFill>
              </a:rPr>
              <a:t>Servo S0009M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782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4572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2AD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PptxGenJS</cp:lastModifiedBy>
  <cp:revision>1</cp:revision>
  <dcterms:created xsi:type="dcterms:W3CDTF">2026-06-04T16:58:13Z</dcterms:created>
  <dcterms:modified xsi:type="dcterms:W3CDTF">2026-06-04T16:58:13Z</dcterms:modified>
</cp:coreProperties>
</file>