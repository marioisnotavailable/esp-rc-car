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096C7">
              <a:alpha val="15000"/>
            </a:srgbClr>
          </a:solidFill>
          <a:ln w="12700">
            <a:solidFill>
              <a:srgbClr val="0096C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spc="300" kern="0" dirty="0">
                <a:solidFill>
                  <a:srgbClr val="FFFFFF"/>
                </a:solidFill>
              </a:rPr>
              <a:t>ESP-RC-CAR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Schulprojekt 4BHELS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ECAE6"/>
                </a:solidFill>
              </a:rPr>
              <a:t>Selbst entwickeltes Drift-Car — ESP32-S3 · BLDC Motor · Flutter 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200400" cy="365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</a:rPr>
              <a:t>Teil 1: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Hardware &amp; 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Teil 2: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ESP Firmware &amp; Mechanik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je ~7 Minuten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9F1C"/>
                </a:solidFill>
              </a:rPr>
              <a:t>TEIL 1 — HARDWARE &amp;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Systemarchitektur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Wie alles zusammenhängt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97680" y="1920240"/>
            <a:ext cx="548640" cy="45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1920240"/>
            <a:ext cx="548640" cy="45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54480"/>
            <a:ext cx="2926080" cy="1828800"/>
          </a:xfrm>
          <a:prstGeom prst="rect">
            <a:avLst/>
          </a:prstGeom>
          <a:solidFill>
            <a:srgbClr val="132030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54480"/>
            <a:ext cx="45720" cy="18288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Flutter App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Android / iOS / Windows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Touch-Joystick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UDP Discovery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WebSocket Client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9F1C"/>
                </a:solidFill>
              </a:rPr>
              <a:t>WebSocket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9F1C"/>
                </a:solidFill>
              </a:rPr>
              <a:t>ws://[IP]:81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2331720"/>
            <a:ext cx="2468880" cy="36576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423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CAE6"/>
                </a:solidFill>
              </a:rPr>
              <a:t>UDP :49352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554480"/>
            <a:ext cx="2926080" cy="1828800"/>
          </a:xfrm>
          <a:prstGeom prst="rect">
            <a:avLst/>
          </a:prstGeom>
          <a:solidFill>
            <a:srgbClr val="13203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0" y="1554480"/>
            <a:ext cx="45720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ESP32-S3 Firmware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5040" y="20116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FreeRTOS — 4 Tasks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WebSocket 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BLDC Motor Control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OTA Updates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1920240" cy="822960"/>
          </a:xfrm>
          <a:prstGeom prst="rect">
            <a:avLst/>
          </a:prstGeom>
          <a:solidFill>
            <a:srgbClr val="0F1E2D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DRV8323S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C4B6"/>
                </a:solidFill>
              </a:rPr>
              <a:t>Gate Driver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3794760"/>
            <a:ext cx="1920240" cy="822960"/>
          </a:xfrm>
          <a:prstGeom prst="rect">
            <a:avLst/>
          </a:prstGeom>
          <a:solidFill>
            <a:srgbClr val="0F1E2D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6032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F1C"/>
                </a:solidFill>
              </a:rPr>
              <a:t>Mini1410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9F1C"/>
                </a:solidFill>
              </a:rPr>
              <a:t>BLDC Motor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794760"/>
            <a:ext cx="1920240" cy="822960"/>
          </a:xfrm>
          <a:prstGeom prst="rect">
            <a:avLst/>
          </a:prstGeom>
          <a:solidFill>
            <a:srgbClr val="0F1E2D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2S LiPo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63946"/>
                </a:solidFill>
              </a:rPr>
              <a:t>Batterie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3794760"/>
            <a:ext cx="1920240" cy="822960"/>
          </a:xfrm>
          <a:prstGeom prst="rect">
            <a:avLst/>
          </a:prstGeom>
          <a:solidFill>
            <a:srgbClr val="0F1E2D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6C7"/>
                </a:solidFill>
              </a:rPr>
              <a:t>Servo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96C7"/>
                </a:solidFill>
              </a:rPr>
              <a:t>Lenkung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44568" y="3383280"/>
            <a:ext cx="54864" cy="411480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9F1C"/>
                </a:solidFill>
              </a:rPr>
              <a:t>TEIL 1 — HARDWARE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Hardware-Komponenten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Kernkomponenten des ESP-RC-Cars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1508760"/>
          </a:xfrm>
          <a:prstGeom prst="rect">
            <a:avLst/>
          </a:prstGeom>
          <a:solidFill>
            <a:srgbClr val="0F1E2D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" cy="15087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6C7"/>
                </a:solidFill>
              </a:rPr>
              <a:t>ESP32-S3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16MB Flash · OPI-PSRAM · 240 MHz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Dual-Core Xtensa LX7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USB-Serial Upload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Wi-Fi 802.11 b/g/n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023360" cy="1508760"/>
          </a:xfrm>
          <a:prstGeom prst="rect">
            <a:avLst/>
          </a:prstGeom>
          <a:solidFill>
            <a:srgbClr val="0F1E2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45720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DRV8323SRTAR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Texas Instruments Gate Driver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3-Phasen Halbbrücke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SPI-Konfiguration (1 MHz)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nFAULT Schutz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023360" cy="1508760"/>
          </a:xfrm>
          <a:prstGeom prst="rect">
            <a:avLst/>
          </a:prstGeom>
          <a:solidFill>
            <a:srgbClr val="0F1E2D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45720" cy="15087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F1C"/>
                </a:solidFill>
              </a:rPr>
              <a:t>Mini1410 BLDC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2500 kV Brushless Motor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6-Step Trapez-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Kommutierung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20 kHz PWM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4023360" cy="1508760"/>
          </a:xfrm>
          <a:prstGeom prst="rect">
            <a:avLst/>
          </a:prstGeom>
          <a:solidFill>
            <a:srgbClr val="0F1E2D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08960"/>
            <a:ext cx="45720" cy="15087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</a:rPr>
              <a:t>2S LiPo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Hauptenergiequelle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886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7.4V Nennspannung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ADC Batterie-Monitor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BMS + Lader-IC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PCB: Altium Designer  ·  Custom 2-Lagen Layout  ·  Buck Converter (12V→5V)  ·  BMS + Balancing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9F1C"/>
                </a:solidFill>
              </a:rPr>
              <a:t>TEIL 1 — HARDWARE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PCB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Custom Board — Altium Designer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57200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Schaltplan-Blöcke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28600" cy="2286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12V Charger 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2286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59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BMS + Balancing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228600" cy="2286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816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Buck Converter 12V→5V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228600" cy="2286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73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ESP32-S3 MCU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228600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730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DRV8323S Gate Driver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228600" cy="2286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187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BLDC Halbbrücke (3Ph)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0" y="1417320"/>
            <a:ext cx="365760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0352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Bekannte PCB-Korrekturen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⚠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Buck-Converter Widerstände vertauscht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2468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⚠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Charging IC Induktor auf falschem Pin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971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⚠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Battery Load IC Pin 12 nicht verbunden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3474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⚠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Spannungsteiler auf Nicht-ADC-Pin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3977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⚠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OPI-PSRAM Mode: QUAD → Absturz fix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9F1C"/>
                </a:solidFill>
              </a:rPr>
              <a:t>TEIL 1 —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Flutter App — Architektur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Cross-Platform Controller in Dart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12080" y="1417320"/>
            <a:ext cx="1371600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Android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66560" y="1417320"/>
            <a:ext cx="1371600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12080" y="1783080"/>
            <a:ext cx="1371600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Windows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0" y="1783080"/>
            <a:ext cx="1371600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417320"/>
            <a:ext cx="457200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417320"/>
            <a:ext cx="45720" cy="3474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508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Provider State Management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1920240"/>
            <a:ext cx="4206240" cy="731520"/>
          </a:xfrm>
          <a:prstGeom prst="rect">
            <a:avLst/>
          </a:prstGeom>
          <a:solidFill>
            <a:srgbClr val="1B283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1965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ConnectionService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WebSocket + UDP Discovery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788920"/>
            <a:ext cx="4206240" cy="731520"/>
          </a:xfrm>
          <a:prstGeom prst="rect">
            <a:avLst/>
          </a:prstGeom>
          <a:solidFill>
            <a:srgbClr val="1B2838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ControllerService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136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Gamepad / Touch-Joystick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4206240" cy="731520"/>
          </a:xfrm>
          <a:prstGeom prst="rect">
            <a:avLst/>
          </a:prstGeom>
          <a:solidFill>
            <a:srgbClr val="1B2838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</a:rPr>
              <a:t>UpdateService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005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GitHub-Release Self-Update (Android)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1417320"/>
            <a:ext cx="365760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0352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UI Features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◉  Dual Touch-Joystick (Landscape)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23957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96C7"/>
                </a:solidFill>
              </a:rPr>
              <a:t>◉  Dark Theme — reines Schwarz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28712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◉  Developer Panel (URL, Debug)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33467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</a:rPr>
              <a:t>◉  Batterie-Anzeige Live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0" y="3822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F1C"/>
                </a:solidFill>
              </a:rPr>
              <a:t>◉  Xbox/PS Gamepad (Windows)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4297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◉  Automatischer Reconnect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9F1C"/>
                </a:solidFill>
              </a:rPr>
              <a:t>TEIL 1 — APP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Kommunikationsprotokoll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App ↔ ESP32 — Datenfluss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1371600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1. UDP Auto-Discovery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App broadcast → "ESP_RC_DISCOVER"  (Port 49352)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</a:rPr>
              <a:t>ESP32 antwortet → "ESP_RC_HERE 192.168.x.x"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8412480" cy="182880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2. WebSocket Steuerung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840480" cy="1097280"/>
          </a:xfrm>
          <a:prstGeom prst="rect">
            <a:avLst/>
          </a:prstGeom>
          <a:solidFill>
            <a:srgbClr val="1B2838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493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App → ESP32  (50 Hz)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{"throttle": 500, "steer": -200, "flags": 0}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429000"/>
            <a:ext cx="3840480" cy="1097280"/>
          </a:xfrm>
          <a:prstGeom prst="rect">
            <a:avLst/>
          </a:prstGeom>
          <a:solidFill>
            <a:srgbClr val="1B2838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493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ESP32 → 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794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{"batt": 85}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F9F1C"/>
                </a:solidFill>
              </a:rPr>
              <a:t>TEIL 1 — APP &amp; FIRMWARE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Over-The-Air Updates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App &amp; Firmware updaten sich selbst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Firmware OTA (FOTA)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bg_task prüft GitHub Releases (alle 5 min)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42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esp_https_ota lädt .bin von GitHub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723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Neues Partition-Slot beschreiben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027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4.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Neustart + OTA Rollback bei Fehler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133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5.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Passwort-geschützter OTA-Upload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402336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17320"/>
            <a:ext cx="45720" cy="34747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</a:rPr>
              <a:t>App Self-Update (Android)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GitHub Releases API — /releases/latest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542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Versionsvergleich (package_info_plus)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0723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APK-Download mit Fortschrittsanzeige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6027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4.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Android-Installer öffnen (open_filex)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4133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5.  </a:t>
            </a:r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CI-signierte Releases (GitHub Secrets)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Beide OTA-Systeme laufen unabhängig voneinander über GitHub Releases.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6C7">
              <a:alpha val="40000"/>
            </a:srgbClr>
          </a:solidFill>
          <a:ln w="12700">
            <a:solidFill>
              <a:srgbClr val="0096C7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822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800" kern="0" dirty="0">
                <a:solidFill>
                  <a:srgbClr val="00B4D8"/>
                </a:solidFill>
              </a:rPr>
              <a:t>TEIL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0" y="13716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ESP Firmware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&amp; Mechanik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286000" y="31089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AE6"/>
                </a:solidFill>
              </a:rPr>
              <a:t>FreeRTOS · 6-Step BLDC · WiFi/WebSocket · 3D-Druck Chassis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361188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3794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96C7"/>
                </a:solidFill>
              </a:rPr>
              <a:t>ESP-IDF 6.0 · PlatformIO · FreeRTOS 1000 Hz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TEIL 2 — FIRMWARE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FreeRTOS Task-Architektur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4 Tasks — klar getrennte Verantwortlichkeiten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965960" cy="3383280"/>
          </a:xfrm>
          <a:prstGeom prst="rect">
            <a:avLst/>
          </a:prstGeom>
          <a:solidFill>
            <a:srgbClr val="0A1520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45720" cy="3383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904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motor_task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CAE6"/>
                </a:solidFill>
              </a:rPr>
              <a:t>Prio 10  ·  4 KB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6-Step BLDC Kommutierung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76148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DRV8323S SPI Init + Fault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31012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LEDC 20 kHz PWM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417320"/>
            <a:ext cx="1965960" cy="338328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417320"/>
            <a:ext cx="45720" cy="33832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4904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CAE6"/>
                </a:solidFill>
              </a:rPr>
              <a:t>Prio 7  ·  8 KB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221284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WiFi esp_wifi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76148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WebSocket Port 81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331012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UDP Discovery :49352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1965960" cy="3383280"/>
          </a:xfrm>
          <a:prstGeom prst="rect">
            <a:avLst/>
          </a:prstGeom>
          <a:solidFill>
            <a:srgbClr val="0A1520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417320"/>
            <a:ext cx="45720" cy="33832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4904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system_task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CAE6"/>
                </a:solidFill>
              </a:rPr>
              <a:t>Prio 5  ·  6 KB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221284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ADC Batterie Monitor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76148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NVS Settings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331012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Servo LEDC GPIO4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1417320"/>
            <a:ext cx="1965960" cy="3383280"/>
          </a:xfrm>
          <a:prstGeom prst="rect">
            <a:avLst/>
          </a:prstGeom>
          <a:solidFill>
            <a:srgbClr val="0A1520"/>
          </a:solidFill>
          <a:ln w="12700">
            <a:solidFill>
              <a:srgbClr val="8ECA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1417320"/>
            <a:ext cx="45720" cy="3383280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14904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bg_task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516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CAE6"/>
                </a:solidFill>
              </a:rPr>
              <a:t>Prio 2  ·  6 KB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95160" y="221284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FOTA esp_https_ota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160" y="276148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Serial Console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95160" y="331012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Crash Recovery Check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47457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 → xQueueOverwrite(cmd_queue) → motor_task   ·   system_task → xQueueOverwrite(batt_queue) → comms_task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TEIL 2 — MOTOR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6-Step Trapez-Kommutierung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Mini1410 2500kv BLDC Motor — 20 kHz LEDC PWM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303520" cy="3200400"/>
          </a:xfrm>
          <a:prstGeom prst="rect">
            <a:avLst/>
          </a:prstGeom>
          <a:solidFill>
            <a:srgbClr val="0A1520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</a:rPr>
              <a:t>Kommutierungstabelle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CAE6"/>
                </a:solidFill>
              </a:rPr>
              <a:t>INH_A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64208" y="19202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CAE6"/>
                </a:solidFill>
              </a:rPr>
              <a:t>INL_A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31136" y="19202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CAE6"/>
                </a:solidFill>
              </a:rPr>
              <a:t>INH_B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98064" y="19202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CAE6"/>
                </a:solidFill>
              </a:rPr>
              <a:t>INL_B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64992" y="19202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CAE6"/>
                </a:solidFill>
              </a:rPr>
              <a:t>INH_C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931920" y="19202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CAE6"/>
                </a:solidFill>
              </a:rPr>
              <a:t>INL_C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98848" y="1920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CAE6"/>
                </a:solidFill>
              </a:rPr>
              <a:t>Richtung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24028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22402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64208" y="22402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31136" y="22402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98064" y="22402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64992" y="22402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1920" y="224028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98848" y="22402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 B−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56946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25694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64208" y="25694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31136" y="25694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98064" y="25694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64992" y="25694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31920" y="25694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98848" y="25694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 C−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289864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" y="2898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64208" y="2898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31136" y="2898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98064" y="2898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64992" y="2898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31920" y="2898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98848" y="28986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 C−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322783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97280" y="32278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664208" y="32278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31136" y="32278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98064" y="32278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64992" y="32278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931920" y="32278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498848" y="32278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 A−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2920" y="355701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97280" y="35570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64208" y="35570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231136" y="35570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98064" y="35570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364992" y="35570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931920" y="35570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498848" y="35570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 A−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2920" y="388620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Step 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97280" y="3886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664208" y="3886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231136" y="3886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798064" y="3886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364992" y="3886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931920" y="388620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498848" y="38862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 B−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852160" y="1417320"/>
            <a:ext cx="2926080" cy="1463040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03504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DRV8323S SPI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035040" y="190195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SPI 1 MHz · 5 Register Init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CTRL · HS/LS · OCP · CSA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nFAULT GPIO39 → Interrupt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852160" y="3017520"/>
            <a:ext cx="2926080" cy="1600200"/>
          </a:xfrm>
          <a:prstGeom prst="rect">
            <a:avLst/>
          </a:prstGeom>
          <a:solidFill>
            <a:srgbClr val="0A1520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03504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</a:rPr>
              <a:t>Fault Handling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6035040" y="347472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nFAULT → all_phases_off()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MOTOR_FAULT_BIT setzen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500ms warten + clear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SAFE_MODE → vTaskSuspend()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ESP-IDF LEDC · Timer_0 · 10-bit Auflösung (0..1023) · Frequenz 20 kHz · 6 Kanäle CH0–CH5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TEIL 2 — FIRMWARE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Netzwerk &amp; Kommunikation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WiFi · WebSocket · UDP Discovery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45720" cy="3474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WiFi Verbindung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esp_wifi_init + esp_netif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2532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SSID/Passwort in NVS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30998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30s Timeout → AP Fallback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36667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ws://192.168.4.1:81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4233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Event-gesteuert (WIFI_CONNECTED_BIT)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69748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45720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WebSocket Server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64992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esp_http_server Port 81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64992" y="2532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JSON: throttle / steer / flags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64992" y="30998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Empfang: batt 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64992" y="36667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Wertebereich: -1000..+1000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4992" y="4233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Automatischer Reconnect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1417320"/>
            <a:ext cx="269748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417320"/>
            <a:ext cx="45720" cy="34747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</a:rPr>
              <a:t>UDP Discovery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45352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F1C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Port 49352 (lwip sockets)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45352" y="2532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F1C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Broadcast: "ESP_RC_DISCOVER"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45352" y="30998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F1C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Antwort: "ESP_RC_HERE [IP]"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45352" y="36667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F1C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Sub-Task udp_discovery (Prio 4)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45352" y="42336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F1C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Keine manuelle IP nötig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1E3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47274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CAE6"/>
                </a:solidFill>
              </a:rPr>
              <a:t>NVS Settings:  namespace "wifi" → ssid0 / pass0  ·  OTA Interval 5 min  ·  Crash Counter  ·  DeviceSettings struct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TEIL 2 — MECHANIK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Chassis &amp; Mechanik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3D-Druck + Servolenkung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347472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" cy="3474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3D-Druck Chassis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Modell: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965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F0F8"/>
                </a:solidFill>
              </a:rPr>
              <a:t>Chassi V8.stl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963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Verbinder: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4963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F0F8"/>
                </a:solidFill>
              </a:rPr>
              <a:t>verbindung v1.stl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0266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Software: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30266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F0F8"/>
                </a:solidFill>
              </a:rPr>
              <a:t>Fusion 360 / Blender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5570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Material: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55701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F0F8"/>
                </a:solidFill>
              </a:rPr>
              <a:t>PLA / PETG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0873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Iterationen: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40873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F0F8"/>
                </a:solidFill>
              </a:rPr>
              <a:t>8 Versionen (V1→V8)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4023360" cy="1554480"/>
          </a:xfrm>
          <a:prstGeom prst="rect">
            <a:avLst/>
          </a:prstGeom>
          <a:solidFill>
            <a:srgbClr val="0A1520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417320"/>
            <a:ext cx="45720" cy="15544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Servolenkung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18745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GPIO4 · LEDC Channel 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50 Hz · 1–2ms Pulsbreite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steer: -1000..+1000 → Servo-Winkel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4023360" cy="1783080"/>
          </a:xfrm>
          <a:prstGeom prst="rect">
            <a:avLst/>
          </a:prstGeom>
          <a:solidFill>
            <a:srgbClr val="0A1520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108960"/>
            <a:ext cx="45720" cy="17830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</a:rPr>
              <a:t>Boot &amp; Recovery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58444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NVS crash_cnt bei jedem Boot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≥3 Crashes → SAFE_MODE_BIT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Safe Mode: Motor gesperrt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OTA Rollback bei Fehler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TEIL 2 — RETROSPEKTIVE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Herausforderungen &amp; Lösungen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CAE6"/>
                </a:solidFill>
              </a:rPr>
              <a:t>Was wir gelernt haben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1051560"/>
          </a:xfrm>
          <a:prstGeom prst="rect">
            <a:avLst/>
          </a:prstGeom>
          <a:solidFill>
            <a:srgbClr val="0A1520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023360" cy="347472"/>
          </a:xfrm>
          <a:prstGeom prst="rect">
            <a:avLst/>
          </a:prstGeom>
          <a:solidFill>
            <a:srgbClr val="E63946">
              <a:alpha val="2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53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OPI-PSRAM Boot-Absturz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013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CONFIG_SPIRAM_MODE_OCT=y in sdkconfig, QUAD-Modus verursachte Absturz mit ID 0x00ffffff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023360" cy="1051560"/>
          </a:xfrm>
          <a:prstGeom prst="rect">
            <a:avLst/>
          </a:prstGeom>
          <a:solidFill>
            <a:srgbClr val="0A1520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17320"/>
            <a:ext cx="4023360" cy="347472"/>
          </a:xfrm>
          <a:prstGeom prst="rect">
            <a:avLst/>
          </a:prstGeom>
          <a:solidFill>
            <a:srgbClr val="FF9F1C">
              <a:alpha val="2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53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Arduino → ESP-IDF Migration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8013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Vollständige Neuentwicklung aller Module in C mit ESP-IDF 6.0 APIs, cJSON als Managed Component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023360" cy="1051560"/>
          </a:xfrm>
          <a:prstGeom prst="rect">
            <a:avLst/>
          </a:prstGeom>
          <a:solidFill>
            <a:srgbClr val="0A1520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06040"/>
            <a:ext cx="4023360" cy="347472"/>
          </a:xfrm>
          <a:prstGeom prst="rect">
            <a:avLst/>
          </a:prstGeom>
          <a:solidFill>
            <a:srgbClr val="E63946">
              <a:alpha val="20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42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PCB Hardware-Bugs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9900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5 Layout-Fehler identifiziert und dokumentiert (Widerstände, Pins, Spannungsteiler)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023360" cy="1051560"/>
          </a:xfrm>
          <a:prstGeom prst="rect">
            <a:avLst/>
          </a:prstGeom>
          <a:solidFill>
            <a:srgbClr val="0A1520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606040"/>
            <a:ext cx="4023360" cy="347472"/>
          </a:xfrm>
          <a:prstGeom prst="rect">
            <a:avLst/>
          </a:prstGeom>
          <a:solidFill>
            <a:srgbClr val="FF9F1C">
              <a:alpha val="20000"/>
            </a:srgbClr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642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</a:rPr>
              <a:t>BLDC Kommutierung ohne Sensor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9900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6-Step Trapez sensorlos, feste Schrittfrequenz mit 10ms Delay, kein Back-EMF nötig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4023360" cy="105156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94760"/>
            <a:ext cx="4023360" cy="347472"/>
          </a:xfrm>
          <a:prstGeom prst="rect">
            <a:avLst/>
          </a:prstGeom>
          <a:solidFill>
            <a:srgbClr val="0096C7">
              <a:alpha val="2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31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App Cross-Platform Gamepad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1788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Native C++ Plugin (gamepad_channel.cpp) für Windows Xbox/PS Controller Support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794760"/>
            <a:ext cx="4023360" cy="1051560"/>
          </a:xfrm>
          <a:prstGeom prst="rect">
            <a:avLst/>
          </a:prstGeom>
          <a:solidFill>
            <a:srgbClr val="0A1520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794760"/>
            <a:ext cx="4023360" cy="347472"/>
          </a:xfrm>
          <a:prstGeom prst="rect">
            <a:avLst/>
          </a:prstGeom>
          <a:solidFill>
            <a:srgbClr val="2EC4B6">
              <a:alpha val="2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831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Self-Update Signatur-Konflikt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41788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</a:rPr>
              <a:t>CI-Signing via GitHub Secrets, alle Releases mit identischem Key signiert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096C7">
              <a:alpha val="12000"/>
            </a:srgbClr>
          </a:solidFill>
          <a:ln w="12700">
            <a:solidFill>
              <a:srgbClr val="0096C7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00B4D8"/>
                </a:solidFill>
              </a:rPr>
              <a:t>Zusammenfassung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ESP-RC-Car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737360" cy="1691640"/>
          </a:xfrm>
          <a:prstGeom prst="rect">
            <a:avLst/>
          </a:prstGeom>
          <a:solidFill>
            <a:srgbClr val="0A1520"/>
          </a:solidFill>
          <a:ln w="12700">
            <a:solidFill>
              <a:srgbClr val="FF9F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45720" cy="169164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38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</a:rPr>
              <a:t>Hardware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ESP32-S3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DRV8323S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2S LiPo PCB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874520"/>
            <a:ext cx="1737360" cy="1691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874520"/>
            <a:ext cx="45720" cy="16916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938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88920" y="2331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Flutter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Android/iOS/Win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WebSocket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874520"/>
            <a:ext cx="1737360" cy="1691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874520"/>
            <a:ext cx="45720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938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Firmware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331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FreeRTOS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ESP-IDF 6.0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6-Step BLDC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1874520"/>
            <a:ext cx="1737360" cy="1691640"/>
          </a:xfrm>
          <a:prstGeom prst="rect">
            <a:avLst/>
          </a:prstGeom>
          <a:solidFill>
            <a:srgbClr val="0A1520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1874520"/>
            <a:ext cx="45720" cy="16916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938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Mechanik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23317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Chassi V8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Servo GPIO4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</a:rPr>
              <a:t>3D-Druck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 — Live Vorführung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4370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</a:rPr>
              <a:t>github.com/marioisnotavailable/ESP-RC-Car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ESP-RC-Car Projektpräsentation</dc:title>
  <dc:subject>PptxGenJS Presentation</dc:subject>
  <dc:creator>PptxGenJS</dc:creator>
  <cp:lastModifiedBy>PptxGenJS</cp:lastModifiedBy>
  <cp:revision>1</cp:revision>
  <dcterms:created xsi:type="dcterms:W3CDTF">2026-06-04T15:42:02Z</dcterms:created>
  <dcterms:modified xsi:type="dcterms:W3CDTF">2026-06-04T15:42:02Z</dcterms:modified>
</cp:coreProperties>
</file>