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96C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</a:rPr>
              <a:t>ESP-RC-CAR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4BHELS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Selbst entwickeltes Drift-Car — ESP32-S3 · BLDC Motor · Flutter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0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Teil 1: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Hardware &amp;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ESP Firmware &amp; Mechanik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 &amp;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Wie alles zusammenhängt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1920240"/>
            <a:ext cx="548640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1920240"/>
            <a:ext cx="548640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926080" cy="1828800"/>
          </a:xfrm>
          <a:prstGeom prst="rect">
            <a:avLst/>
          </a:prstGeom>
          <a:solidFill>
            <a:srgbClr val="13203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45720" cy="1828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Flutter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 / iOS / Windows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Touch-Joystick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UDP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 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F1C"/>
                </a:solidFill>
              </a:rPr>
              <a:t>WebSocket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9F1C"/>
                </a:solidFill>
              </a:rPr>
              <a:t>ws://[IP]:81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46888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</a:rPr>
              <a:t>UDP :49352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480"/>
            <a:ext cx="2926080" cy="1828800"/>
          </a:xfrm>
          <a:prstGeom prst="rect">
            <a:avLst/>
          </a:prstGeom>
          <a:solidFill>
            <a:srgbClr val="13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554480"/>
            <a:ext cx="457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ESP32-S3 Firmware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FreeRTOS — 4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BLDC Motor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OTA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DRV8323S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Gate Driver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</a:rPr>
              <a:t>Mini1410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</a:rPr>
              <a:t>BLDC Motor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2S LiPo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Batterie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Servo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Lenkung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44568" y="3383280"/>
            <a:ext cx="54864" cy="4114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Hardware-Komponenten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Kernkomponenten des ESP-RC-Cars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ESP32-S3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16MB Flash · OPI-PSRAM · 240 MHz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Dual-Core Xtensa LX7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USB-Serial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Wi-Fi 802.11 b/g/n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457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DRV8323SRTAR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Texas Instruments Gate Driver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3-Phasen Halbbrücke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SPI-Konfiguration (1 MHz)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Schutz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45720" cy="15087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</a:rPr>
              <a:t>Mini1410 BLDC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2500 kV Brushless Motor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6-Step Trapez-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Kommutierung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20 kHz PWM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45720" cy="1508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2S LiPo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Hauptenergiequelle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7.4V Nennspannung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ADC Batterie-Monitor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BMS + Lader-IC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PCB: Altium Designer  ·  Custom 2-Lagen Layout  ·  Buck Converter (12V→5V)  ·  BMS + Balancing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ESP32-S3 — Pinbelegung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GPIO-Mapping: Motor · DRV8323 · Servo · ADC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37560" y="1463040"/>
            <a:ext cx="2468880" cy="3383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536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6C7"/>
                </a:solidFill>
              </a:rPr>
              <a:t>ESP32-S3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WROOM-2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16 MB Flash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OPI-PSRAM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240 MHz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Dual-Core LX7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Wi-Fi 802.11 b/g/n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1664208"/>
            <a:ext cx="685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DRV MISO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066544"/>
            <a:ext cx="685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568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19568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DRV MOSI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468880"/>
            <a:ext cx="685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591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71600" y="23591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DRV SCLK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2871216"/>
            <a:ext cx="685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71600" y="27614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DRV 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273552"/>
            <a:ext cx="685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638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71600" y="31638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DRV 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675888"/>
            <a:ext cx="6858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3566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DRV nFAULT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4078224"/>
            <a:ext cx="685800" cy="274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68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F1C"/>
                </a:solidFill>
              </a:rPr>
              <a:t>ADC VBATT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4480560"/>
            <a:ext cx="685800" cy="27432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70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47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71600" y="437083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CHARGE_RST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1801368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INH_A  (PWM)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5528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2276856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67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INL_A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55280" y="21671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06440" y="2752344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INH_B  (PWM)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55280" y="26426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06440" y="3227832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118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INL_B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55280" y="31181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06440" y="3703320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593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INH_C  (PWM)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3593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06440" y="4178808"/>
            <a:ext cx="6858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INL_C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5528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4754880"/>
            <a:ext cx="22860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4754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DRV8323 SPI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4754880"/>
            <a:ext cx="228600" cy="1828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52928" y="4754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Motor PWM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4754880"/>
            <a:ext cx="22860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4754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Fault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49440" y="4754880"/>
            <a:ext cx="228600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4754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ADC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PCB — Custom 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Altium Designer · 2 Lagen · Alle ICs im Überblick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Subsysteme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365760" cy="256032"/>
          </a:xfrm>
          <a:prstGeom prst="rect">
            <a:avLst/>
          </a:prstGeom>
          <a:solidFill>
            <a:srgbClr val="FF9F1C">
              <a:alpha val="4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USB-C PD  →  12V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33472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59152"/>
            <a:ext cx="365760" cy="256032"/>
          </a:xfrm>
          <a:prstGeom prst="rect">
            <a:avLst/>
          </a:prstGeom>
          <a:solidFill>
            <a:srgbClr val="E63946">
              <a:alpha val="4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BMS + Balancing (2S LiPo)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98064"/>
            <a:ext cx="365760" cy="256032"/>
          </a:xfrm>
          <a:prstGeom prst="rect">
            <a:avLst/>
          </a:prstGeom>
          <a:solidFill>
            <a:srgbClr val="2EC4B6">
              <a:alpha val="4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Buck Converter  12V → 5V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511296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36976"/>
            <a:ext cx="365760" cy="256032"/>
          </a:xfrm>
          <a:prstGeom prst="rect">
            <a:avLst/>
          </a:prstGeom>
          <a:solidFill>
            <a:srgbClr val="0096C7">
              <a:alpha val="4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236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ESP32-S3 MCU  (3.3V)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50208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675888"/>
            <a:ext cx="365760" cy="2560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675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DRV8323S Gate Driver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389120"/>
            <a:ext cx="27432" cy="164592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114800"/>
            <a:ext cx="365760" cy="256032"/>
          </a:xfrm>
          <a:prstGeom prst="rect">
            <a:avLst/>
          </a:prstGeom>
          <a:solidFill>
            <a:srgbClr val="FF9F1C">
              <a:alpha val="4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BLDC 3-Phasen Halbbrücke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553712"/>
            <a:ext cx="365760" cy="256032"/>
          </a:xfrm>
          <a:prstGeom prst="rect">
            <a:avLst/>
          </a:prstGeom>
          <a:solidFill>
            <a:srgbClr val="8ECAE6">
              <a:alpha val="4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553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Servo PWM  (GPIO4)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1417320"/>
            <a:ext cx="42976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ICs auf dem Board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192024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1947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ESP32-S3-WROOM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1947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Module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148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MCU · WiFi · 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42316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2450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DRV8323SRTAR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VQFN-40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651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3Ph Gate Driver · SPI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92608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9160" y="2953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Converter IC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SOT-23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1546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12V → 5V Schaltregler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42900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3456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BMS IC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SSOP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657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2S Überwachung + Balancing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393192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09160" y="3959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Charging IC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3959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DFN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4160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12V → 2S LiPo CC/CV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4434840"/>
            <a:ext cx="4023360" cy="438912"/>
          </a:xfrm>
          <a:prstGeom prst="rect">
            <a:avLst/>
          </a:prstGeom>
          <a:solidFill>
            <a:srgbClr val="1B2838"/>
          </a:solidFill>
          <a:ln w="12700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4462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CAE6"/>
                </a:solidFill>
              </a:rPr>
              <a:t>N-Channel MOSFETs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4462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DPAK ×6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9160" y="46634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</a:rPr>
              <a:t>Halbbrücken-Schalter 3Ph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DRV8323SRTAR — Gate Driver 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Texas Instruments · 3-Phasen Halbbrücke · SPI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Technische Daten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Gehäuse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50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6–60 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Gate-Strom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734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bis 1 A peak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181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1 MHz (Mode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PWM-Modus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502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6x (ind. INH/INL)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Schutz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70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CSA Gain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270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(LS-Shunt)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6542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nFAULT Pin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654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GPIO 39 (aktiv LOW)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417320"/>
            <a:ext cx="420624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5 Konfigurations-Register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3840480" cy="5029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0025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002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DRV_CTRL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240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6x PWM Mode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32888"/>
            <a:ext cx="3840480" cy="5029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5694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2569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2807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Full Gate Current HS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99816"/>
            <a:ext cx="3840480" cy="5029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1363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CBC OCP on 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666744"/>
            <a:ext cx="3840480" cy="502920"/>
          </a:xfrm>
          <a:prstGeom prst="rect">
            <a:avLst/>
          </a:prstGeom>
          <a:solidFill>
            <a:srgbClr val="1B2838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3703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OCP_CTRL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941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VDS 0.06V, Latch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233672"/>
            <a:ext cx="3840480" cy="502920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42702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CSA_CTRL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507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10× Gain, 3Ph sensed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4663440"/>
            <a:ext cx="42062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4718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 Frame: [R/W | Addr 3bit | Data 11bit]  —  16-bit, CS Hardware, Mode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Flutter App — 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Cross-Platform Controller in Dart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12080" y="141732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0" y="141732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45720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Provider State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ConnectionService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WebSocket + UDP Discovery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ControllerService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Gamepad / Touch-Joystick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UpdateService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GitHub-Release Self-Update (Android)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1417320"/>
            <a:ext cx="36576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UI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◉  Dual Touch-Joystick (Landscape)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◉  Dark Theme — reines Schwarz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871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◉  Developer Panel (URL, Debug)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346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</a:rPr>
              <a:t>◉  Batterie-Anzeige Live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</a:rPr>
              <a:t>◉  Xbox/PS Gamepad (Windows)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◉  Automatischer Reconnect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Kommunikationsprotokoll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App ↔ ESP32 — Datenfluss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371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1. UDP Auto-Discovery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App broadcast → "ESP_RC_DISCOVER"  (Port 49352)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ESP32 antwortet → "ESP_RC_HERE 192.168.x.x"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18288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2. WebSocket Steuerung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solidFill>
            <a:srgbClr val="1B283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App → ESP32  (50 Hz)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{"throttle": 500, "steer": -200, "flags": 0}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{"batt": 85}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 &amp;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Over-The-Air Updates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App &amp; Firmware updaten sich selbst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Firmware OTA (FOTA)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bg_task prüft GitHub Releases (alle 5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esp_https_ota lädt .bin von 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Neues Partition-Slot beschreiben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Neustart + OTA Rollback bei Fehler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Passwort-geschützter OTA-Upload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02336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45720" cy="3474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App Self-Update (Android)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GitHub Releases API — /releases/latest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Versionsvergleich (package_info_plus)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APK-Download mit Fortschrittsanzeige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Android-Installer öffnen (open_filex)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CI-signierte Releases (GitHub Secrets)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Beide OTA-Systeme laufen unabhängig voneinander über GitHub Releases.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6C7">
              <a:alpha val="40000"/>
            </a:srgbClr>
          </a:solidFill>
          <a:ln w="12700">
            <a:solidFill>
              <a:srgbClr val="0096C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822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00B4D8"/>
                </a:solidFill>
              </a:rPr>
              <a:t>TEIL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ESP Firmware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Mechanik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3108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FreeRTOS · 6-Step BLDC · WiFi/WebSocket · 3D-Druck Chassis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61188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FreeRTOS Task-Architektur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4 Tasks — klar getrennte Verantwortlichkeiten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5720" cy="3383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6-Step BLDC Kommutierung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DRV8323S SPI Init + Fault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LEDC 20 kHz PWM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45720" cy="3383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WiFi esp_wifi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WebSocket Port 81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UDP Discovery :49352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45720" cy="3383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ADC Batterie Monitor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NVS Settings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Servo LEDC GPIO4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417320"/>
            <a:ext cx="45720" cy="33832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FOTA esp_https_ota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Serial Console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Crash Recovery Check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7457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→ xQueueOverwrite(cmd_queue) → motor_task   ·   system_task → xQueueOverwrite(batt_queue) → comms_task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MOTOR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6-Step Trapez-Kommutierung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Mini1410 2500kv BLDC Motor — 20 kHz LEDC PWM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320040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Kommutierungstabelle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64208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31136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98064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Richtung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2402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64208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31136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98064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98848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B−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5694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31136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064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1920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98848" y="2569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C−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8986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64208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31136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98064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64992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98848" y="2898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C−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22783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64208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31136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98064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31920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98848" y="32278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A−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35570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31136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98064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64992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31920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98848" y="35570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A−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38862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664208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231136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98064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64992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31920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98848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B−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52160" y="1417320"/>
            <a:ext cx="292608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DRV8323S SPI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035040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SPI 1 MHz · 5 Register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CTRL · HS/LS · OCP · CSA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GPIO39 → Interrupt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52160" y="3017520"/>
            <a:ext cx="2926080" cy="160020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03504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Fault Handling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035040" y="34747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→ all_phases_off()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MOTOR_FAULT_BIT setzen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500ms warten + 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SAFE_MODE → vTaskSuspend()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ESP-IDF LEDC · Timer_0 · 10-bit Auflösung (0..1023) · Frequenz 20 kHz · 6 Kanäle CH0–CH5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Netzwerk &amp; Kommunikation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WiFi · WebSocket · UDP Discovery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WiFi Verbindung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esp_wifi_init + esp_netif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SSID/Passwort in NVS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30s Timeout → AP Fallback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ws://192.168.4.1:81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Event-gesteuert (WIFI_CONNECTED_BIT)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WebSocket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esp_http_server Port 81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JSON: throttle / steer / flags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Empfang: batt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Wertebereich: -1000..+1000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Automatischer Reconnect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417320"/>
            <a:ext cx="45720" cy="3474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UDP Discovery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535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Port 49352 (lwip sockets)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535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Broadcast: "ESP_RC_DISCOVER"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Antwort: "ESP_RC_HERE [IP]"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535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Sub-Task udp_discovery (Prio 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Keine manuelle IP nötig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727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NVS Settings:  namespace "wifi" → ssid0 / pass0  ·  OTA Interval 5 min  ·  Crash Counter  ·  DeviceSettings struct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MECHANIK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Chassis &amp; Mechanik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3D-Druck + Servolenkung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 Chassis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Hauptkörper: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Verbinder: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4963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Software: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999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Blender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02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Material: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3502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PLA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Iterationen: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8 Versionen (V1 → V8)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3474720" cy="36576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663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Servo: GPIO4  ·  50 Hz LEDC  ·  1000–2000 µs  ·  IIR-Filter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0" y="1417320"/>
            <a:ext cx="4754880" cy="21488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1554480"/>
            <a:ext cx="4480560" cy="1828800"/>
          </a:xfrm>
          <a:prstGeom prst="rect">
            <a:avLst/>
          </a:prstGeom>
          <a:solidFill>
            <a:srgbClr val="0F1E2D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160520" y="15544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4F"/>
                </a:solidFill>
              </a:rPr>
              <a:t>[FOTO / RENDER]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3A4F"/>
                </a:solidFill>
              </a:rPr>
              <a:t>Chassi V8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60520" y="33375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Chassi V8.stl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23360" y="3657600"/>
            <a:ext cx="4754880" cy="132588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3749040"/>
            <a:ext cx="4480560" cy="1097280"/>
          </a:xfrm>
          <a:prstGeom prst="rect">
            <a:avLst/>
          </a:prstGeom>
          <a:solidFill>
            <a:srgbClr val="0F1E2D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160520" y="3749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F"/>
                </a:solidFill>
              </a:rPr>
              <a:t>[FOTO / RENDER]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4F"/>
                </a:solidFill>
              </a:rPr>
              <a:t>verbindung v1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RETROSPEKTIVE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Herausforderungen &amp; Lösungen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Was wir gelernt haben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47472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53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OPI-PSRAM Boot-Absturz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CONFIG_SPIRAM_MODE_OCT=y in sdkconfig, QUAD-Modus verursachte Absturz mit ID 0x00ffffff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solidFill>
            <a:srgbClr val="FF9F1C">
              <a:alpha val="2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53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Arduino → ESP-IDF Migration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Vollständige Neuentwicklung aller Module in C mit ESP-IDF 6.0 APIs, cJSON als Managed Component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4023360" cy="347472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PCB Hardware-Bugs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5 Layout-Fehler identifiziert und dokumentiert (Widerstände, Pins, Spannungsteiler)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4023360" cy="347472"/>
          </a:xfrm>
          <a:prstGeom prst="rect">
            <a:avLst/>
          </a:prstGeom>
          <a:solidFill>
            <a:srgbClr val="FF9F1C">
              <a:alpha val="2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BLDC Kommutierung ohne Sensor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6-Step Trapez sensorlos, feste Schrittfrequenz mit 10ms Delay, kein Back-EMF nötig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94760"/>
            <a:ext cx="4023360" cy="347472"/>
          </a:xfrm>
          <a:prstGeom prst="rect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App Cross-Platform Gamepad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Native C++ Plugin (gamepad_channel.cpp) für Windows Xbox/PS Controller Support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94760"/>
            <a:ext cx="4023360" cy="347472"/>
          </a:xfrm>
          <a:prstGeom prst="rect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Self-Update Signatur-Konflikt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CI-Signing via GitHub Secrets, alle Releases mit identischem Key signiert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0B4D8"/>
                </a:solidFill>
              </a:rPr>
              <a:t>Zusammenfassung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ESP-RC-Car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45720" cy="1691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DRV8323S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2S LiPo PCB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874520"/>
            <a:ext cx="45720" cy="1691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Android/iOS/Win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7452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Firmware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FreeRTOS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874520"/>
            <a:ext cx="45720" cy="16916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Mechanik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Chassi V8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Servo GPIO4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3D-Druck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</a:rPr>
              <a:t>github.com/marioisnotavailable/ESP-RC-Car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 Projektpräsentation</dc:title>
  <dc:subject>PptxGenJS Presentation</dc:subject>
  <dc:creator>PptxGenJS</dc:creator>
  <cp:lastModifiedBy>PptxGenJS</cp:lastModifiedBy>
  <cp:revision>1</cp:revision>
  <dcterms:created xsi:type="dcterms:W3CDTF">2026-06-04T16:25:02Z</dcterms:created>
  <dcterms:modified xsi:type="dcterms:W3CDTF">2026-06-04T16:25:02Z</dcterms:modified>
</cp:coreProperties>
</file>