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0" y="274320"/>
            <a:ext cx="3749040" cy="4389120"/>
          </a:xfrm>
          <a:prstGeom prst="rect">
            <a:avLst/>
          </a:prstGeom>
          <a:solidFill>
            <a:srgbClr val="091625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5120640" y="274320"/>
            <a:ext cx="374904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248"/>
                </a:solidFill>
              </a:rPr>
              <a:t>[ FOTO DES AUTOS ]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75488" y="50292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</a:rPr>
              <a:t>ESP-RC-CAR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75488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Schulprojekt · 4BHELS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75488" y="2084832"/>
            <a:ext cx="347472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2677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8DA6"/>
                </a:solidFill>
              </a:rPr>
              <a:t>Selbst entwickeltes Drift-Car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578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8DA6"/>
                </a:solidFill>
              </a:rPr>
              <a:t>gesteuert via Flutter-App über WiFi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315468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225"/>
                </a:solidFill>
              </a:rPr>
              <a:t>Teil 1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Hardware &amp;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" y="35753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4B6"/>
                </a:solidFill>
              </a:rPr>
              <a:t>Teil 2 —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Firmware &amp; Mechanik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" y="41605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je ~7 Minuten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618DA6"/>
                </a:solidFill>
              </a:rPr>
              <a:t>TEIL 1 — ÜBERBLICK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Systemarchitektur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Vier Schichten — von der App bis zum Motor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280160" y="1389888"/>
            <a:ext cx="6583680" cy="6583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0160" y="1389888"/>
            <a:ext cx="45720" cy="6583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89888" y="14447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Flutter App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89888" y="17190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Android · iOS · Windows · Web · Touch-Joystick · Gamepad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53712" y="2048256"/>
            <a:ext cx="36576" cy="31089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1214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4A225"/>
                </a:solidFill>
              </a:rPr>
              <a:t>WiFi · WebSocket ws://[IP]:80  ·  UDP Discovery :49352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53712" y="2350008"/>
            <a:ext cx="36576" cy="256032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80160" y="2606040"/>
            <a:ext cx="6583680" cy="74980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80160" y="2606040"/>
            <a:ext cx="45720" cy="7498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89888" y="26609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ESP32-S3  —  FreeRTOS / ESP-IDF 6.0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89888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89888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99232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08576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217920" y="2990088"/>
            <a:ext cx="1517904" cy="274320"/>
          </a:xfrm>
          <a:prstGeom prst="rect">
            <a:avLst/>
          </a:prstGeom>
          <a:solidFill>
            <a:srgbClr val="1A3248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990088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14600" y="3355848"/>
            <a:ext cx="36576" cy="27432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37360" y="339242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18DA6"/>
                </a:solidFill>
              </a:rPr>
              <a:t>PWM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629400" y="3355848"/>
            <a:ext cx="36576" cy="274320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33924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18DA6"/>
                </a:solidFill>
              </a:rPr>
              <a:t>Servo-PWM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280160" y="3630168"/>
            <a:ext cx="2468880" cy="54864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3630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DRV8323S  Gate Driver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3-Phasen Halbbrücke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496312" y="4178808"/>
            <a:ext cx="36576" cy="10972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280160" y="4288536"/>
            <a:ext cx="2468880" cy="36576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80160" y="42885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Mini1410  BLDC Motor  2500 kV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394960" y="3630168"/>
            <a:ext cx="2468880" cy="54864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363016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S0009M  Lenkservo 9g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50 Hz · 1000–2000 µs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7472" y="4754880"/>
            <a:ext cx="8449056" cy="30175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47472" y="4754880"/>
            <a:ext cx="45720" cy="30175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7640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18DA6"/>
                </a:solidFill>
              </a:rPr>
              <a:t>Energie:  USB-C PD 12V  →  Lade IC  →  2S LiPo  →  MUX  →  Buck  →  3.3V (ESP32)  ·  LiPo direkt  →  DRV8323 + FETs (Motorpfad)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HARDWARE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PCB — Stromversorgung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Altium Designer · Custom 2-Lagen 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84048" y="13898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300" kern="0" dirty="0">
                <a:solidFill>
                  <a:srgbClr val="F4A225"/>
                </a:solidFill>
              </a:rPr>
              <a:t>Laden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84048" y="1627632"/>
            <a:ext cx="1737360" cy="512064"/>
          </a:xfrm>
          <a:prstGeom prst="rect">
            <a:avLst/>
          </a:prstGeom>
          <a:solidFill>
            <a:srgbClr val="0B1927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62763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USB-C PD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12 V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121408" y="1865376"/>
            <a:ext cx="292608" cy="3657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14016" y="1627632"/>
            <a:ext cx="1737360" cy="512064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14016" y="162763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Lade 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4A225"/>
                </a:solidFill>
              </a:rPr>
              <a:t>12V → CC/CV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36976" y="2139696"/>
            <a:ext cx="36576" cy="420624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21945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4A225"/>
                </a:solidFill>
              </a:rPr>
              <a:t>lädt 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560320"/>
            <a:ext cx="5669280" cy="777240"/>
          </a:xfrm>
          <a:prstGeom prst="rect">
            <a:avLst/>
          </a:prstGeom>
          <a:solidFill>
            <a:srgbClr val="0B1927"/>
          </a:solidFill>
          <a:ln w="25400">
            <a:solidFill>
              <a:srgbClr val="E63946"/>
            </a:solidFill>
            <a:prstDash val="solid"/>
          </a:ln>
          <a:effectLst>
            <a:outerShdw sx="100000" sy="100000" kx="0" ky="0" algn="bl" rotWithShape="0" blurRad="1270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2615184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</a:rPr>
              <a:t>2S LiPo  7.4 V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294436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BMS IC  —  Balancing &amp; Schutz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03520" y="2651760"/>
            <a:ext cx="1188720" cy="548640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6517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63946"/>
                </a:solidFill>
              </a:rPr>
              <a:t>BMS 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920240" y="3337560"/>
            <a:ext cx="36576" cy="29260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3337560"/>
            <a:ext cx="36576" cy="292608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630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EC4B6"/>
                </a:solidFill>
              </a:rPr>
              <a:t>Logikversorgung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4048" y="3858768"/>
            <a:ext cx="1737360" cy="512064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8587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MUX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96C7"/>
                </a:solidFill>
              </a:rPr>
              <a:t>Quellenauswahl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21408" y="4096512"/>
            <a:ext cx="237744" cy="3657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59152" y="3858768"/>
            <a:ext cx="1737360" cy="512064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38587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Buck Conv.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EC4B6"/>
                </a:solidFill>
              </a:rPr>
              <a:t>→ 3.3 V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096512" y="4096512"/>
            <a:ext cx="237744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34256" y="3858768"/>
            <a:ext cx="1737360" cy="512064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34256" y="385876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ESP32-S3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3.3 V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126480" y="363016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F4A225"/>
                </a:solidFill>
              </a:rPr>
              <a:t>Motorpfad  (direkt)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217920" y="3858768"/>
            <a:ext cx="2560320" cy="512064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858768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DRV8323S + FETs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→ BLDC Motor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Flutter App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Cross-Platform Controller — Android · iOS · Windows · Web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Android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83664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83664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19856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9856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Windows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956048" y="1426464"/>
            <a:ext cx="1417320" cy="265176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1426464"/>
            <a:ext cx="14173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Web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1828800"/>
            <a:ext cx="3840480" cy="3063240"/>
          </a:xfrm>
          <a:prstGeom prst="rect">
            <a:avLst/>
          </a:prstGeom>
          <a:solidFill>
            <a:srgbClr val="09162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47472" y="1828800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248"/>
                </a:solidFill>
              </a:rPr>
              <a:t>[ APP SCREENSHOT 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43400" y="1828800"/>
            <a:ext cx="4453128" cy="1389888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828800"/>
            <a:ext cx="45720" cy="13898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19019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Steuerung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07992" y="22585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Linker Joystick  →  Gas / Bremse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07992" y="2587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Rechter Joystick →  Lenkung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07992" y="29169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Gamepad R2/RT = Gas · L2/LT = Rückwärts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43400" y="3355848"/>
            <a:ext cx="4453128" cy="1536192"/>
          </a:xfrm>
          <a:prstGeom prst="rect">
            <a:avLst/>
          </a:prstGeom>
          <a:solidFill>
            <a:srgbClr val="0B1927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43400" y="3355848"/>
            <a:ext cx="45720" cy="153619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07992" y="342900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5DE5"/>
                </a:solidFill>
              </a:rPr>
              <a:t>Features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07992" y="378561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Auto-Discovery  (UDP · TCP-Scan · AP-Fallback)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07992" y="40782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Automatischer Reconnect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07992" y="437083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GitHub Self-Update  (Android In-App)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07992" y="46634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5DE5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Dark Theme · Developer Panel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F4A225"/>
                </a:solidFill>
              </a:rPr>
              <a:t>TEIL 1 — APP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Kommunikation: App ↔ ESP32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Verbindungsaufbau · Protokoll · Failsafe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389888"/>
            <a:ext cx="8449056" cy="128016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89888"/>
            <a:ext cx="45720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7218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Schritt 1 — Auto-Discovery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</a:rPr>
              <a:t>UDP Broadcast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App sendet → ESP32 antwortet mit IP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6C7"/>
                </a:solidFill>
              </a:rPr>
              <a:t>TCP Subnet-Scan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3756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Fallback: scannt Subnetz auf WS-Port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72200" y="185623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18DA6"/>
                </a:solidFill>
              </a:rPr>
              <a:t>AP-Mode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172200" y="21214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192.168.4.1  (ESP32 als Access Point)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816352"/>
            <a:ext cx="8449056" cy="20299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816352"/>
            <a:ext cx="45720" cy="20299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986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Schritt 2 — WebSocket  ws://[IP]:80/ws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37560"/>
            <a:ext cx="3657600" cy="1353312"/>
          </a:xfrm>
          <a:prstGeom prst="rect">
            <a:avLst/>
          </a:prstGeom>
          <a:solidFill>
            <a:srgbClr val="0A1B2E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25"/>
                </a:solidFill>
              </a:rPr>
              <a:t>App → ESP32  (50 Hz Steuerbefehl)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694176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"throttle": -1000 … +1000,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"steer":    -1000 … +1000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3337560"/>
            <a:ext cx="3657600" cy="1353312"/>
          </a:xfrm>
          <a:prstGeom prst="rect">
            <a:avLst/>
          </a:prstGeom>
          <a:solidFill>
            <a:srgbClr val="0A1B2E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4015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4B6"/>
                </a:solidFill>
              </a:rPr>
              <a:t>ESP32 → App  (1 × pro Sekunde)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36941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"batt": 0 … 100 }  // Batterie 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4114800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Failsafe: 500 ms kein Paket → Nullbefehl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C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54480" cy="514350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096C7">
              <a:alpha val="30000"/>
            </a:srgbClr>
          </a:solidFill>
          <a:ln w="12700">
            <a:solidFill>
              <a:srgbClr val="0096C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777240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0" kern="0" dirty="0">
                <a:solidFill>
                  <a:srgbClr val="00B4D8"/>
                </a:solidFill>
              </a:rPr>
              <a:t>TEIL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11680" y="1261872"/>
            <a:ext cx="6858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ESP Firmware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</a:rPr>
              <a:t>&amp; Mechanik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2011680" y="3090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18DA6"/>
                </a:solidFill>
              </a:rPr>
              <a:t>FreeRTOS · 6-Step BLDC · WiFi · 3D-Druck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11680" y="3493008"/>
            <a:ext cx="3200400" cy="3200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0" y="367588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96C7"/>
                </a:solidFill>
              </a:rPr>
              <a:t>ESP-IDF 6.0 · PlatformIO · FreeRTOS 1000 Hz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FreeRTOS — 4 Tasks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Jeder Task hat eine klare Verantwortung · ESP-IDF 6.0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92608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1408176"/>
            <a:ext cx="45720" cy="3401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motor_task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Prio 10  ·  4 KB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6-Step BLDC Kommutierung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DRV8323S SPI + Fault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8912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Safe-Mode → Suspend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1408176"/>
            <a:ext cx="45720" cy="340156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15184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15184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Prio 7  ·  8 KB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615184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15184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WiFi esp_wifi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15184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WebSocket Port 80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15184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UDP Discovery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45152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45152" y="1408176"/>
            <a:ext cx="45720" cy="34015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system_task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91456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Prio 5  ·  6 KB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91456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91456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ADC Batterie-Monitor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91456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NVS Einstellungen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91456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Crash-Recovery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21424" y="1408176"/>
            <a:ext cx="2057400" cy="3401568"/>
          </a:xfrm>
          <a:prstGeom prst="rect">
            <a:avLst/>
          </a:prstGeom>
          <a:solidFill>
            <a:srgbClr val="0B1927"/>
          </a:solidFill>
          <a:ln w="12700">
            <a:solidFill>
              <a:srgbClr val="618DA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821424" y="1408176"/>
            <a:ext cx="45720" cy="3401568"/>
          </a:xfrm>
          <a:prstGeom prst="rect">
            <a:avLst/>
          </a:prstGeom>
          <a:solidFill>
            <a:srgbClr val="618DA6"/>
          </a:solidFill>
          <a:ln w="12700">
            <a:solidFill>
              <a:srgbClr val="618D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1490472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bg_task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67728" y="1865376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Prio 2  ·  6 KB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67728" y="2130552"/>
            <a:ext cx="1719072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2231136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GitHub FOTA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67728" y="2761488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Serial Console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67728" y="3291840"/>
            <a:ext cx="1801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18DA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OTA Rollback Guard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92608" y="4663440"/>
            <a:ext cx="8558784" cy="3474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92608" y="4663440"/>
            <a:ext cx="45720" cy="34747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00016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18D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comms_task  →  cmd_queue  →  motor_task          system_task  →  batt_queue  →  comms_task  →  WebSocket broadcast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MOTOR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Motor &amp; Gate Driver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DRV8323SRTAR · 6-Step Trapez · 20 kHz PWM · Soft-Start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2743200" cy="34747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08176"/>
            <a:ext cx="45720" cy="3474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2423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DRV8323SRTAR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23317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751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Gehäuse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197510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VQFN-40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Spannung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23774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 – 60 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77977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Interface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77977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SPI · 5 Register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18211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Schutz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91640" y="31821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OCP · VDS · Temp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5844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CSA Gain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91640" y="35844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10× · LS-Shunt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98678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nFAULT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91640" y="39867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aktiv 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46120" y="1408176"/>
            <a:ext cx="3520440" cy="219456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408176"/>
            <a:ext cx="45720" cy="219456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14904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25"/>
                </a:solidFill>
              </a:rPr>
              <a:t>6-Step Kommutierung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28416" y="1901952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03904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INH_A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24528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INL_A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45152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INH_B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65776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INL_B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486400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INH_C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07024" y="1901952"/>
            <a:ext cx="4206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INL_C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27648" y="1901952"/>
            <a:ext cx="438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18DA6"/>
                </a:solidFill>
              </a:rPr>
              <a:t>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28416" y="214884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803904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24528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45152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65776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86400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07024" y="214884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327648" y="214884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A+B−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328416" y="2382012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803904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24528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645152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65776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0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07024" y="2382012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327648" y="2382012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A+C−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328416" y="2615184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803904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224528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645152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065776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486400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907024" y="2615184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327648" y="2615184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B+C−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3328416" y="2848356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3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3803904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224528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45152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65776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486400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907024" y="2848356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327648" y="2848356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B+A−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3328416" y="3081528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803904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224528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4645152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065776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486400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907024" y="3081528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27648" y="3081528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C+A−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3328416" y="3314700"/>
            <a:ext cx="4754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18DA6"/>
                </a:solidFill>
              </a:rPr>
              <a:t>5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3803904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224528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4645152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065776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486400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907024" y="3314700"/>
            <a:ext cx="420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327648" y="331470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EC4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C+B−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6912864" y="1408176"/>
            <a:ext cx="1883664" cy="1591056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81" name="Shape 79"/>
          <p:cNvSpPr/>
          <p:nvPr/>
        </p:nvSpPr>
        <p:spPr>
          <a:xfrm>
            <a:off x="6912864" y="1408176"/>
            <a:ext cx="45720" cy="159105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059168" y="1490472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C4B6"/>
                </a:solidFill>
              </a:rPr>
              <a:t>Soft-Start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7059168" y="1828800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Duty-Rampe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059168" y="21762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50 ms → 5 ms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7059168" y="2523744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Reset bei Richtung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912864" y="3127248"/>
            <a:ext cx="1883664" cy="1755648"/>
          </a:xfrm>
          <a:prstGeom prst="rect">
            <a:avLst/>
          </a:prstGeom>
          <a:solidFill>
            <a:srgbClr val="0B1927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912864" y="3127248"/>
            <a:ext cx="45720" cy="17556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059168" y="3209544"/>
            <a:ext cx="1591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</a:rPr>
              <a:t>Fault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7059168" y="354787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nFAULT → off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7059168" y="386791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500 ms Pause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7059168" y="418795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Register reset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7059168" y="4507992"/>
            <a:ext cx="1591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3946"/>
                </a:solidFill>
              </a:rPr>
              <a:t>▸  </a:t>
            </a:r>
            <a:pPr indent="0" marL="0">
              <a:buNone/>
            </a:pPr>
            <a:r>
              <a:rPr lang="en-US" sz="950" dirty="0">
                <a:solidFill>
                  <a:srgbClr val="C4E2F0"/>
                </a:solidFill>
              </a:rPr>
              <a:t>SAFE_MODE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3246120" y="3621024"/>
            <a:ext cx="3520440" cy="12618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383280" y="369417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E2F0"/>
                </a:solidFill>
              </a:rPr>
              <a:t>Motorphasen-Zustände: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3383280" y="3995928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383280" y="399592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PWM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3822192" y="400507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High-Side aktiv  (moduliert)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383280" y="4261104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383280" y="426110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3822192" y="42702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Low-Side aktiv  (LOW)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383280" y="4526280"/>
            <a:ext cx="384048" cy="219456"/>
          </a:xfrm>
          <a:prstGeom prst="rect">
            <a:avLst/>
          </a:prstGeom>
          <a:solidFill>
            <a:srgbClr val="1A3248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383280" y="45262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2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3822192" y="453542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Float  (keine Ansteuerung)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FIRMWARE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Netzwerk &amp; OTA-Updates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WiFi · WebSocket · GitHub FOTA · PlatformIO OTA Upload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3977640" cy="34747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08176"/>
            <a:ext cx="45720" cy="34747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Netzwerk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874520"/>
            <a:ext cx="347472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933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96C7"/>
                </a:solidFill>
              </a:rPr>
              <a:t>WiFi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SSID/Passwort in NVS · Auto-Reconnect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D8"/>
                </a:solidFill>
              </a:rPr>
              <a:t>WebSocket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2816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esp_http_server Port 80 · Route /ws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225"/>
                </a:solidFill>
              </a:rPr>
              <a:t>UDP Discovery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2920" y="33832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Port 49352 · eigener Sub-Task Prio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3694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18DA6"/>
                </a:solidFill>
              </a:rPr>
              <a:t>AP-Mode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2920" y="39502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Fallback wenn kein Netzwerk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2611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</a:rPr>
              <a:t>Failsafe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02920" y="45171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500 ms kein Paket → Motor-Stopp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1408176"/>
            <a:ext cx="4315968" cy="1645920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1408176"/>
            <a:ext cx="45720" cy="16459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45152" y="14904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</a:rPr>
              <a:t>GitHub FOTA  — automatisch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45152" y="1865376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bg_task prüft GitHub Releases (alle 5 min)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45152" y="2221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esp_https_ota → neuen Partition-Slot flashen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45152" y="257860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C4B6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Neustart · Auto-Rollback bei Fehler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480560" y="3182112"/>
            <a:ext cx="4315968" cy="1700784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480560" y="3182112"/>
            <a:ext cx="45720" cy="170078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45152" y="326440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6C7"/>
                </a:solidFill>
              </a:rPr>
              <a:t>OTA Upload  — manuell (PlatformIO)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45152" y="363931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Upload-Ziel: esp-rc-car.local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45152" y="3995928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Passwort-gesichert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45152" y="4352544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96C7"/>
                </a:solidFill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C4E2F0"/>
                </a:solidFill>
              </a:rPr>
              <a:t>Umgebung: espidf_ota (platformio.ini)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4700016"/>
            <a:ext cx="8449056" cy="347472"/>
          </a:xfrm>
          <a:prstGeom prst="rect">
            <a:avLst/>
          </a:prstGeom>
          <a:solidFill>
            <a:srgbClr val="0B1927"/>
          </a:solidFill>
          <a:ln w="12700">
            <a:solidFill>
              <a:srgbClr val="1A3249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4700016"/>
            <a:ext cx="45720" cy="347472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736592"/>
            <a:ext cx="81381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18DA6"/>
                </a:solidFill>
              </a:rPr>
              <a:t>NVS: SSID/Passwort · OTA-Intervall · Batterie-Schwellen · Servo-Gain · Failsafe-Zeit · max_throttle_pct …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0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1188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500" kern="0" dirty="0">
                <a:solidFill>
                  <a:srgbClr val="00B4D8"/>
                </a:solidFill>
              </a:rPr>
              <a:t>TEIL 2 — MECHANIK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75488" y="38404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Chassis &amp; Mechanik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75488" y="10424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18DA6"/>
                </a:solidFill>
              </a:rPr>
              <a:t>3D-Druck · Blender · PLA · S0009M Lenkservo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408176"/>
            <a:ext cx="3291840" cy="201168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408176"/>
            <a:ext cx="45720" cy="20116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96C7"/>
                </a:solidFill>
              </a:rPr>
              <a:t>3D-Druck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856232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Hauptkörper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195681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Chassi V8.stl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2219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Verbinder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74520" y="22219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verbindung v1.stl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4871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Software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74520" y="248716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Blender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523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Material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74520" y="275234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PLA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01752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Iterationen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874520" y="30175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 → V8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3547872"/>
            <a:ext cx="3291840" cy="1335024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3547872"/>
            <a:ext cx="45720" cy="133502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301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Lenkservo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995928"/>
            <a:ext cx="283464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9651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Modell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4096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S0009M  9g Micro Servo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3525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Signal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874520" y="435254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50 Hz · 1000–2000 µs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6085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Filter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874520" y="46085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IIR · Gain einstellbar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794760" y="1408176"/>
            <a:ext cx="5001768" cy="2231136"/>
          </a:xfrm>
          <a:prstGeom prst="rect">
            <a:avLst/>
          </a:prstGeom>
          <a:solidFill>
            <a:srgbClr val="091625"/>
          </a:solidFill>
          <a:ln w="19050">
            <a:solidFill>
              <a:srgbClr val="0096C7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3794760" y="1408176"/>
            <a:ext cx="500176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248"/>
                </a:solidFill>
              </a:rPr>
              <a:t>[ FOTO / RENDER ]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1A3248"/>
                </a:solidFill>
              </a:rPr>
              <a:t>Chassi V8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794760" y="3749040"/>
            <a:ext cx="5001768" cy="914400"/>
          </a:xfrm>
          <a:prstGeom prst="rect">
            <a:avLst/>
          </a:prstGeom>
          <a:solidFill>
            <a:srgbClr val="091625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3794760" y="3749040"/>
            <a:ext cx="5001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248"/>
                </a:solidFill>
              </a:rPr>
              <a:t>[ FOTO / RENDER ]  verbindung v1.stl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05072"/>
            <a:ext cx="9144000" cy="1138428"/>
          </a:xfrm>
          <a:prstGeom prst="rect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75488" y="320040"/>
            <a:ext cx="81930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ESP-RC-Car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75488" y="1261872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8DA6"/>
                </a:solidFill>
              </a:rPr>
              <a:t>Schulprojekt 4BHELS  —  Zusammenfassung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011680" y="1664208"/>
            <a:ext cx="5120640" cy="32004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F4A225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901952"/>
            <a:ext cx="45720" cy="1874520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225"/>
                </a:solidFill>
              </a:rPr>
              <a:t>Hardware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ESP32-S3 · DRV8323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2S LiPo · PCB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51176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96C7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51176" y="1901952"/>
            <a:ext cx="45720" cy="18745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88336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96C7"/>
                </a:solidFill>
              </a:rPr>
              <a:t>App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688336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Flutter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Android/iOS/Win/Web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901952"/>
            <a:ext cx="45720" cy="18745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D8"/>
                </a:solidFill>
              </a:rPr>
              <a:t>Firmware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64024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64024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FreeRTOS · ESP-IDF 6.0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6-Step BLDC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02552" y="1901952"/>
            <a:ext cx="1920240" cy="1874520"/>
          </a:xfrm>
          <a:prstGeom prst="rect">
            <a:avLst/>
          </a:prstGeom>
          <a:solidFill>
            <a:srgbClr val="0B1927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143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702552" y="1901952"/>
            <a:ext cx="45720" cy="18745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39712" y="19842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</a:rPr>
              <a:t>Mechanik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839712" y="2368296"/>
            <a:ext cx="1554480" cy="32004"/>
          </a:xfrm>
          <a:prstGeom prst="rect">
            <a:avLst/>
          </a:prstGeom>
          <a:solidFill>
            <a:srgbClr val="1A3249"/>
          </a:solidFill>
          <a:ln w="12700">
            <a:solidFill>
              <a:srgbClr val="1A32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39712" y="2450592"/>
            <a:ext cx="164592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Chassi V8 · Blender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4E2F0"/>
                </a:solidFill>
              </a:rPr>
              <a:t>Servo S0009M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059936"/>
            <a:ext cx="8193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Demo — Live Vorführung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5488" y="4553712"/>
            <a:ext cx="8193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18DA6"/>
                </a:solidFill>
              </a:rPr>
              <a:t>github.com/marioisnotavailable/ESP-RC-Car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ESP-RC-Car</dc:title>
  <dc:subject>PptxGenJS Presentation</dc:subject>
  <dc:creator>PptxGenJS</dc:creator>
  <cp:lastModifiedBy>PptxGenJS</cp:lastModifiedBy>
  <cp:revision>1</cp:revision>
  <dcterms:created xsi:type="dcterms:W3CDTF">2026-06-04T19:50:03Z</dcterms:created>
  <dcterms:modified xsi:type="dcterms:W3CDTF">2026-06-04T19:50:03Z</dcterms:modified>
</cp:coreProperties>
</file>