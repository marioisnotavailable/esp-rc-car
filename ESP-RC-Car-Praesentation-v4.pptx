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</a:rPr>
              <a:t>ESP-RC-CAR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</a:rPr>
              <a:t>Schulprojekt 4BHELS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Selbst entwickeltes Drift-Car — ESP32-S3 · BLDC Motor · Flutter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65760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ESP Firmware &amp; Mechanik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ÜBERSICHT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So funktioniert das ESP-RC-Car im Überblick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50292" cy="2331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Flutter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Android / iOS / 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Touch-Joystick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UDP Auto-Discovery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GitHub Self-Update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1920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25"/>
                </a:solidFill>
              </a:rPr>
              <a:t>WebSocket :80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194560"/>
            <a:ext cx="301752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DB5"/>
                </a:solidFill>
              </a:rPr>
              <a:t>UDP :49352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65176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50292" cy="2331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819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ESP32-S3 Firmware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993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 — 4 Tasks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BLDC Motorsteuerung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145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WiFi + UDP Discovery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GitHub FOTA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DRV8323S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Gate Driver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0604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Mini1410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BLDC Motor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2S LiPo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Batterie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39776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40416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PCB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Custom Board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4568" y="3840480"/>
            <a:ext cx="54864" cy="13716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Hardware-Komponenten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Alle Kernbauteile des ESP-RC-Cars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1691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6C7"/>
                </a:solidFill>
              </a:rPr>
              <a:t>ESP32-S3-WROOM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Dual-Core LX7 · 240 MHz · 16 MB Flash · OPI-PSRAM · Wi-Fi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408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Hauptmikrocontroller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 + 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USB-Serial / OTA Upload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5029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</a:rPr>
              <a:t>DRV8323SRTAR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37760" y="1956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Texas Instruments · VQFN-40 · Gate Driver 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408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Steuert 3-Phasen-Halbbrücke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SPI-Konfiguration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nFAULT-Schutz + OCP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91840"/>
            <a:ext cx="50292" cy="169164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25"/>
                </a:solidFill>
              </a:rPr>
              <a:t>Mini1410 2500 kV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BLDC Brushless Motor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9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6-Step Trapez-Kommutierung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20 kHz PWM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Sensorlos / Open-Loop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9184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91840"/>
            <a:ext cx="50292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3946"/>
                </a:solidFill>
              </a:rPr>
              <a:t>2S LiPo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937760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Hauptenergiespeicher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069080"/>
            <a:ext cx="347472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169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7.4 V nominal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ADC Spannungsüberwachung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BMS + Ladeelektronik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PCB — Power-Subsystem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Altium Designer · Custom 2-Lagen 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157276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4813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12 V Eingang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481328"/>
            <a:ext cx="157276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813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2S LiPo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Batterie  7.4 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06424" y="2011680"/>
            <a:ext cx="36576" cy="34747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359152"/>
            <a:ext cx="1572768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23591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CC/CV 12V→LiPo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2624328"/>
            <a:ext cx="182880" cy="3657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2072" y="2011680"/>
            <a:ext cx="36576" cy="34747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359152"/>
            <a:ext cx="1572768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0" y="23591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BMS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Balancing + Schutz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06424" y="2907792"/>
            <a:ext cx="36576" cy="40233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072" y="2907792"/>
            <a:ext cx="36576" cy="40233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6424" y="3310128"/>
            <a:ext cx="1792224" cy="3657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310128"/>
            <a:ext cx="159105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07008" y="331012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Quellenauswahl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84248" y="3858768"/>
            <a:ext cx="36576" cy="34747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" y="4206240"/>
            <a:ext cx="1591056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07008" y="420624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 Converter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→ 3.3 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98064" y="4480560"/>
            <a:ext cx="822960" cy="3657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206240"/>
            <a:ext cx="14173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4206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ESP32-S3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3.3 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62072" y="2907792"/>
            <a:ext cx="36576" cy="89611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3803904"/>
            <a:ext cx="1325880" cy="36576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3474720"/>
            <a:ext cx="14173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06240" y="3474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+ MOSFETs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Motorpfad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35478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Batteriespannung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direkt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60720" y="1481328"/>
            <a:ext cx="306324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1481328"/>
            <a:ext cx="50292" cy="3429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ICs auf dem Board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0" y="202996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61888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ESP32-S3-WROOM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78040" y="2057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Modul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61888" y="227685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MCU · WiFi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51002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61888" y="25374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DRV8323SRTAR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78040" y="25374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VQFN-40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61888" y="275691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Gate Driver · SPI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299008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961888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 Converter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78040" y="3017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SOT-23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61888" y="323697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Vin → 3.3 V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52160" y="347014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961888" y="34975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BMS IC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78040" y="34975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SSOP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61888" y="371703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2S Balancing + Schutz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395020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961888" y="3977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178040" y="39776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DFN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961888" y="419709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12 V → LiPo CC/CV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52160" y="4430268"/>
            <a:ext cx="2834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7A9DB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961888" y="44577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DB5"/>
                </a:solidFill>
              </a:rPr>
              <a:t>N-FETs (6×)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178040" y="44577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9DB5"/>
                </a:solidFill>
              </a:rPr>
              <a:t>DPAK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61888" y="467715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3Ph Halbbrücken-Schalter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HARDWARE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DRV8323SRTAR — Gate Driver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Texas Instruments · 3-Phasen Halbbrücke für BLDC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Technische Daten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Gehäuse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Eingangsspannung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4140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Gate-Strom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798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bis 1 A Peak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Mode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PWM-Modus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6× Individuell (INH/INL)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Schutz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VDS-Monitor · Thermisch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34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Strom-Shunt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3342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3× CSA · 10× Gain · 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183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Fault-Signal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7183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nFAULT (aktiv LOW)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463040"/>
            <a:ext cx="43891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1463040"/>
            <a:ext cx="50292" cy="34747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554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5 Konfigurations-Register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2029968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85232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DRV_CTRL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6× PWM Mode, Gate-Fault aus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606040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26426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85232" y="26426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81728" y="2880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Voller Gate-Strom High-Side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182112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81728" y="32186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85232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GATE_DRV_LS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Cycle-by-Cycle OCP Low-Side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758184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81728" y="37947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85232" y="3794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OCP_CTRL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4032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VDS-Schwelle 0.06 V, Latch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334256"/>
            <a:ext cx="41148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81728" y="43708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85232" y="4370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CSA_CTRL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81728" y="46085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10× Gain, alle 3 Phasen aktiv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4663440"/>
            <a:ext cx="4389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0" y="471830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 Frame: [R/W | Addr 3bit | Data 11bit] — 16 bit, Mode 1, CS Hardware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APP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Flutter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Cross-Platform Controller-App in Dart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463040"/>
            <a:ext cx="14630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/ macOS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11480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50292" cy="30632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Architektur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45973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ConnectionService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WebSocket + UDP-Discovery, Batterie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264408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0098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ControllerService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Joystick / Gamepad → Befehle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105656"/>
            <a:ext cx="37490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422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UpdateService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62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GitHub Self-Update (Android)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874520"/>
            <a:ext cx="4206240" cy="30632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874520"/>
            <a:ext cx="50292" cy="30632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</a:rPr>
              <a:t>UI &amp; Features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4231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Dual Touch-Joystick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Landscape-Modus, Edge-sticky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871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Dark Theme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Schwarzer Hintergrund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3192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Developer Panel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URL, Debug-Infos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7673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Batterie-Anzeige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Live via WebSocket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2153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Xbox/PS Gamepad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Native C++ (Windows)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663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◉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Automatischer Reconnect 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— ConnectionService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F4A225"/>
                </a:solidFill>
              </a:rPr>
              <a:t>TEIL 1 — APP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Kommunikationsprotokoll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App ↔ ESP32 — UDP Discovery + WebSocket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453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1 — UDP Auto-Discovery  (Port 49352)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broadcast → "ESP_RC_DISCOVER"</a:t>
            </a:r>
            <a:pPr indent="0" marL="0">
              <a:buNone/>
            </a:pPr>
            <a:r>
              <a:rPr lang="en-US" sz="120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antwortet: "ESP_RC_HERE [IP]"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34640"/>
            <a:ext cx="50292" cy="2103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169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2 — WebSocket  ws://[IP]:80/ws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7947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01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337560"/>
            <a:ext cx="37947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401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(jede Sekunde)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72160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"batt": 0 … 100    // Prozent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⚡ Failsafe: 500 ms ohne Kommando → ESP32 sendet Nullbefehl (Motor-Stopp)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96C7">
              <a:alpha val="35000"/>
            </a:srgbClr>
          </a:solidFill>
          <a:ln w="12700">
            <a:solidFill>
              <a:srgbClr val="0096C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7772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900" kern="0" dirty="0">
                <a:solidFill>
                  <a:srgbClr val="00B4D8"/>
                </a:solidFill>
              </a:rPr>
              <a:t>TEIL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103120" y="3108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FreeRTOS · 6-Step BLDC · WiFi/WebSocket · 3D-Druck Chassis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3547872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 Tick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FreeRTOS Task-Architektur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4 Tasks — klar getrennte Verantwortlichkeiten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81328"/>
            <a:ext cx="50292" cy="3429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10  ·  Stack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6-Step BLDC Kommutierung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DRV8323S SPI Init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Fault-Handling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Safe-Mode Suspend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42616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7  ·  Stack 8 KB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42616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WiFi esp_wifi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42616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WebSocket Server Port 80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42616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UDP Discovery 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2616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cmd_queue befüllen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0016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481328"/>
            <a:ext cx="50292" cy="3429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5464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5  ·  Stack 6 KB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55464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ADC Batterie-Monitor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NVS Einstellungen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5464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Servo PWM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877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Crash-Recovery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1481328"/>
            <a:ext cx="20116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7A9DB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12864" y="1481328"/>
            <a:ext cx="50292" cy="3429000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554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68312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Prio 2  ·  Stack 6 KB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68312" y="2194560"/>
            <a:ext cx="169164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68312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GitHub FOTA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68312" y="28163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Serial Console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68312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2"/>
                </a:solidFill>
              </a:rPr>
              <a:t>OTA Rollback Guard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→ xQueueOverwrite(cmd_queue) → motor_task     ·     system_task → xQueueOverwrite(batt_queue) → comms_task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MOTOR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6-Step Trapez-Kommutierung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Mini1410 2500 kV BLDC · 20 kHz LEDC · Soft-Start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507492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Kommutierungstabelle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7552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17904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48256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78608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INH_C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39312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INL_C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69664" y="19751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9DB5"/>
                </a:solidFill>
              </a:rPr>
              <a:t>Phase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17904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39312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69664" y="228600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B−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48256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8608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08960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39312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69664" y="2596896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C−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7552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17904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48256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78608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0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39312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9664" y="2907792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C−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17904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48256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78608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08960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39312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69664" y="3218688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A−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7552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48256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78608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08960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39312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69664" y="3529584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A−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87552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17904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048256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78608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108960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39312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69664" y="384048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B−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1481328"/>
            <a:ext cx="3291840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577840" y="1481328"/>
            <a:ext cx="50292" cy="16642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Soft-Start Ramp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760720" y="1938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Duty-Rampe: +5 pro Schritt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Period: 50 ms → 5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Richtungswechsel → Reset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577840" y="3273552"/>
            <a:ext cx="3291840" cy="1636776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577840" y="3273552"/>
            <a:ext cx="50292" cy="16367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0" y="3355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Fault Handling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760720" y="372160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nFAULT → all_phases_off()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500 ms Cooldown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Register neu schreiben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SAFE_MODE → vTaskSuspend()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20040" y="480060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LEDC Timer 0 · 10-bit (0 … 1023) · 6 Kanäle CH0–CH5 · Alle 6 Pins per ESP-IDF LEDC-API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Netzwerk &amp; Kommunikation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WiFi · WebSocket · UDP Discovery · Failsafe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WiFi Verbindung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esp_wifi + esp_netif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SSID/Passwort in NVS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WIFI_CONNECTED_BIT Event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30 s Timeout → läuft weiter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9544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9544" y="1481328"/>
            <a:ext cx="50292" cy="3429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WebSocket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esp_http_server Port 80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74136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Route: /ws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4136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Empfang: throttle / steer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4136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Senden: batt % (1 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4136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Failsafe: 500 ms Timeout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481328"/>
            <a:ext cx="27432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81328"/>
            <a:ext cx="50292" cy="3429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UDP Discovery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91072" y="2029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Port 49352 (lwip sockets)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2578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"ESP_RC_DISCOVER" → Broadcast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91072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"ESP_RC_HERE [IP]" → Antwort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91072" y="3675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Sub-Task Prio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42245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Keine manuelle IP nötig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4709160"/>
            <a:ext cx="8558784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DB5"/>
                </a:solidFill>
              </a:rPr>
              <a:t>NVS: ssid0 / pass0  ·  AP-Fallback: ws://192.168.4.1:80  ·  DeviceSettings: failsafe_ms, ota_interval, batt_warn_v …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FIRMWARE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Firmware FOTA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Automatisches Update über GitHub Releases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498348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Automatisches GitHub-Update (bg_task)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139696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bg_task wartet auf WIFI_CONNECTED_BIT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615184"/>
            <a:ext cx="256032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Alle 5 Minuten: do_fota() aufrufen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090672"/>
            <a:ext cx="256032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80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esp_https_ota lädt .bin von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566160"/>
            <a:ext cx="256032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5643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Neuen Partition-Slot beschreiben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041648"/>
            <a:ext cx="256032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31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rc_recovery_mark_stable() + esp_restart()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4517136"/>
            <a:ext cx="256032" cy="256032"/>
          </a:xfrm>
          <a:prstGeom prst="rect">
            <a:avLst/>
          </a:prstGeom>
          <a:solidFill>
            <a:srgbClr val="7A9DB5"/>
          </a:solidFill>
          <a:ln w="12700">
            <a:solidFill>
              <a:srgbClr val="7A9D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074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Fehler → loggen + weiter (kein Absturz)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481328"/>
            <a:ext cx="333756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481328"/>
            <a:ext cx="50292" cy="15727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572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(PlatformIO)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Manuell via PlatformIO
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</a:rPr>
              <a:t>Upload-Ziel: "esp-rc-car.local"
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182112"/>
            <a:ext cx="3337560" cy="1728216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182112"/>
            <a:ext cx="50292" cy="17282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273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OTA Rollback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63016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Neue Firmware bootet
</a:t>
            </a:r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esp_ota_mark_app_valid()
</a:t>
            </a:r>
            <a:pPr indent="0" marL="0">
              <a:buNone/>
            </a:pPr>
            <a:r>
              <a:rPr lang="en-US" sz="1050" dirty="0">
                <a:solidFill>
                  <a:srgbClr val="7A9DB5"/>
                </a:solidFill>
              </a:rPr>
              <a:t>Kein Aufruf → Auto-Rollback
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Safe Mode heilbar per FOTA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B4D8"/>
                </a:solidFill>
              </a:rPr>
              <a:t>TEIL 2 — MECHANIK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297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Chassis &amp; Mechanik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5"/>
                </a:solidFill>
              </a:rPr>
              <a:t>3D-Druck + Servolenkung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3200400" cy="3429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50292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Modell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29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328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Software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0358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Material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3200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7365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5"/>
                </a:solidFill>
              </a:rPr>
              <a:t>Servo: 50 Hz LEDC · 1000–2000 µs · IIR-Filter · steer-Invert &amp; -Gain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1481328"/>
            <a:ext cx="5120640" cy="221284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600200"/>
            <a:ext cx="4846320" cy="1975104"/>
          </a:xfrm>
          <a:prstGeom prst="rect">
            <a:avLst/>
          </a:prstGeom>
          <a:solidFill>
            <a:srgbClr val="0A1828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840480" y="1600200"/>
            <a:ext cx="48463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44"/>
                </a:solidFill>
              </a:rPr>
              <a:t>[ FOTO / RENDER 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E44"/>
                </a:solidFill>
              </a:rPr>
              <a:t>Chassi V8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538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DB5"/>
                </a:solidFill>
              </a:rPr>
              <a:t>Chassi V8.stl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3794760"/>
            <a:ext cx="512064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3904488"/>
            <a:ext cx="4846320" cy="896112"/>
          </a:xfrm>
          <a:prstGeom prst="rect">
            <a:avLst/>
          </a:prstGeom>
          <a:solidFill>
            <a:srgbClr val="0A1828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840480" y="3904488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</a:rPr>
              <a:t>[ FOTO / RENDER ]  verbindung v1.stl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00B4D8"/>
                </a:solidFill>
              </a:rPr>
              <a:t>Zusammenfassung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50292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DRV8323S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828800"/>
            <a:ext cx="50292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974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Android/iOS/Win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28800"/>
            <a:ext cx="50292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FreeRTOS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828800"/>
            <a:ext cx="182880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828800"/>
            <a:ext cx="50292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901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2286000"/>
            <a:ext cx="1508760" cy="3200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3774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Chassi V8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3D-Druck PLA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E8F2"/>
                </a:solidFill>
              </a:rPr>
              <a:t>Servo PWM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DB5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2026-06-04T16:50:38Z</dcterms:created>
  <dcterms:modified xsi:type="dcterms:W3CDTF">2026-06-04T16:50:38Z</dcterms:modified>
</cp:coreProperties>
</file>