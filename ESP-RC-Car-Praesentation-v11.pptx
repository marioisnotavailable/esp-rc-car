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2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EA30229-0662-AB1A-60D6-4E3CAE2B9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342" y="901328"/>
            <a:ext cx="4480560" cy="3007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3105069" y="2101369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1964339" y="336518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6272784" y="335669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78808"/>
            <a:ext cx="36576" cy="10972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9B5D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7548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USB-C PD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12 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709928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2231136" y="1618488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235915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248716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Lade 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12V → CC/CV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72384" y="20665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225"/>
                </a:solidFill>
              </a:rPr>
              <a:t>lädt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993392"/>
            <a:ext cx="36576" cy="32918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072384" y="2308665"/>
            <a:ext cx="201168" cy="1280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60604" y="2980944"/>
            <a:ext cx="3657600" cy="658368"/>
          </a:xfrm>
          <a:prstGeom prst="rect">
            <a:avLst/>
          </a:prstGeom>
          <a:solidFill>
            <a:srgbClr val="0B1927"/>
          </a:solidFill>
          <a:ln w="25400">
            <a:solidFill>
              <a:srgbClr val="E63946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16052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2S LiPo  7.4 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" y="33284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BMS IC  —  Balancing &amp; Schutz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2145" y="1993392"/>
            <a:ext cx="45719" cy="783271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1207008" y="2740087"/>
            <a:ext cx="300837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4005072" y="2743200"/>
            <a:ext cx="31089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279392" y="2651760"/>
            <a:ext cx="128016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440740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96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53542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MUX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Quellenauswahl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2697480"/>
            <a:ext cx="256032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6291072" y="2606040"/>
            <a:ext cx="128016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641908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654710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→ 3.3 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51192" y="2980944"/>
            <a:ext cx="3657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7159752" y="3273552"/>
            <a:ext cx="20116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6547104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ESP32-S3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3.3 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418795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5"/>
                </a:solidFill>
              </a:rPr>
              <a:t>Motorpfad  (Batteriespannung direkt, ohne Konvertierung)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62457" y="3639312"/>
            <a:ext cx="45719" cy="9144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1371600" y="3694176"/>
            <a:ext cx="274320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4114800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4334256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4462272" y="3401568"/>
            <a:ext cx="2011680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4590288" y="340156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+ MOSFETs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Shape 37"/>
          <p:cNvSpPr/>
          <p:nvPr/>
        </p:nvSpPr>
        <p:spPr>
          <a:xfrm>
            <a:off x="6693408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6821424" y="3401568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6949440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BLDC Motor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direkt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pic>
        <p:nvPicPr>
          <p:cNvPr id="13" name="Image 0" descr="C:/Users/leoma/Documents/Schule/4BHELS/ESP-RC-Car/App/AppWithDev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760220"/>
            <a:ext cx="3995928" cy="1527048"/>
          </a:xfrm>
          <a:prstGeom prst="rect">
            <a:avLst/>
          </a:prstGeom>
        </p:spPr>
      </p:pic>
      <p:pic>
        <p:nvPicPr>
          <p:cNvPr id="14" name="Image 1" descr="C:/Users/leoma/Documents/Schule/4BHELS/ESP-RC-Car/App/AppWithoutDev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6306" y="1760220"/>
            <a:ext cx="3802477" cy="15361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8327" y="3429000"/>
            <a:ext cx="3986201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2"/>
          <p:cNvSpPr/>
          <p:nvPr/>
        </p:nvSpPr>
        <p:spPr>
          <a:xfrm>
            <a:off x="238327" y="34290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3"/>
          <p:cNvSpPr/>
          <p:nvPr/>
        </p:nvSpPr>
        <p:spPr>
          <a:xfrm>
            <a:off x="402919" y="3502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02919" y="3858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2919" y="4187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919" y="4517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343400" y="34290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18"/>
          <p:cNvSpPr/>
          <p:nvPr/>
        </p:nvSpPr>
        <p:spPr>
          <a:xfrm>
            <a:off x="4334256" y="3429000"/>
            <a:ext cx="54864" cy="138988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19"/>
          <p:cNvSpPr/>
          <p:nvPr/>
        </p:nvSpPr>
        <p:spPr>
          <a:xfrm>
            <a:off x="4507992" y="3429000"/>
            <a:ext cx="4114800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07992" y="3785616"/>
            <a:ext cx="4114800" cy="33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07992" y="4078224"/>
            <a:ext cx="4114800" cy="33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07992" y="4331699"/>
            <a:ext cx="4114800" cy="33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17719" y="4534553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Chassi V8 Render 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verbindung v1 Render ]</a:t>
            </a:r>
            <a:endParaRPr lang="en-US" sz="12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6C041F4-EA8F-4843-7F41-85DC02D8A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264" y="3745927"/>
            <a:ext cx="2253056" cy="9144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09F677C-FBC6-F8FA-FB0B-335470048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59" y="1405063"/>
            <a:ext cx="5001769" cy="2225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Office PowerPoint</Application>
  <PresentationFormat>Bildschirmpräsentation (16:9)</PresentationFormat>
  <Paragraphs>270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Leon D</cp:lastModifiedBy>
  <cp:revision>3</cp:revision>
  <dcterms:created xsi:type="dcterms:W3CDTF">2026-06-04T20:30:54Z</dcterms:created>
  <dcterms:modified xsi:type="dcterms:W3CDTF">2026-06-04T20:44:08Z</dcterms:modified>
</cp:coreProperties>
</file>